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0fb6bf664c4e0f" /><Relationship Type="http://schemas.openxmlformats.org/officeDocument/2006/relationships/extended-properties" Target="/docProps/app.xml" Id="Rcaf62ff9e3824e31" /><Relationship Type="http://schemas.openxmlformats.org/officeDocument/2006/relationships/officeDocument" Target="/ppt/presentation.xml" Id="Re7ab2f29db2949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7a9c1d2862b4f95"/>
  </p:sldMasterIdLst>
  <p:notesMasterIdLst>
    <p:notesMasterId xmlns:r="http://schemas.openxmlformats.org/officeDocument/2006/relationships" r:id="Rad4b3d5b11c94230"/>
  </p:notesMasterIdLst>
  <p:sldIdLst>
    <p:sldId xmlns:r="http://schemas.openxmlformats.org/officeDocument/2006/relationships" id="256" r:id="R3f1b9734e9584061"/>
    <p:sldId xmlns:r="http://schemas.openxmlformats.org/officeDocument/2006/relationships" id="257" r:id="Rf8216e5a5dce4283"/>
    <p:sldId xmlns:r="http://schemas.openxmlformats.org/officeDocument/2006/relationships" id="258" r:id="R38082fb45d604301"/>
    <p:sldId xmlns:r="http://schemas.openxmlformats.org/officeDocument/2006/relationships" id="259" r:id="Rbe1b5fa7279b4ba1"/>
    <p:sldId xmlns:r="http://schemas.openxmlformats.org/officeDocument/2006/relationships" id="260" r:id="R97f777db686c4b89"/>
    <p:sldId xmlns:r="http://schemas.openxmlformats.org/officeDocument/2006/relationships" id="261" r:id="R03530719d9454aaa"/>
    <p:sldId xmlns:r="http://schemas.openxmlformats.org/officeDocument/2006/relationships" id="262" r:id="Refdc1fbdc2f54b9a"/>
    <p:sldId xmlns:r="http://schemas.openxmlformats.org/officeDocument/2006/relationships" id="263" r:id="R2374997b41c54fcd"/>
    <p:sldId xmlns:r="http://schemas.openxmlformats.org/officeDocument/2006/relationships" id="264" r:id="R11fe456280204efa"/>
    <p:sldId xmlns:r="http://schemas.openxmlformats.org/officeDocument/2006/relationships" id="265" r:id="R5736d30675934cc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3d1b88fb7534b84" /><Relationship Type="http://schemas.openxmlformats.org/officeDocument/2006/relationships/slideMaster" Target="/ppt/slideMasters/slideMaster1.xml" Id="R87a9c1d2862b4f95" /><Relationship Type="http://schemas.openxmlformats.org/officeDocument/2006/relationships/notesMaster" Target="/ppt/notesMasters/notesMaster1.xml" Id="Rad4b3d5b11c94230" /><Relationship Type="http://schemas.openxmlformats.org/officeDocument/2006/relationships/presProps" Target="/ppt/presProps.xml" Id="R2fef718d10cb4027" /><Relationship Type="http://schemas.openxmlformats.org/officeDocument/2006/relationships/tableStyles" Target="/ppt/tableStyles.xml" Id="R7010f095ad1e4991" /><Relationship Type="http://schemas.openxmlformats.org/officeDocument/2006/relationships/slide" Target="/ppt/slides/slide1.xml" Id="R3f1b9734e9584061" /><Relationship Type="http://schemas.openxmlformats.org/officeDocument/2006/relationships/slide" Target="/ppt/slides/slide2.xml" Id="Rf8216e5a5dce4283" /><Relationship Type="http://schemas.openxmlformats.org/officeDocument/2006/relationships/slide" Target="/ppt/slides/slide3.xml" Id="R38082fb45d604301" /><Relationship Type="http://schemas.openxmlformats.org/officeDocument/2006/relationships/slide" Target="/ppt/slides/slide4.xml" Id="Rbe1b5fa7279b4ba1" /><Relationship Type="http://schemas.openxmlformats.org/officeDocument/2006/relationships/slide" Target="/ppt/slides/slide5.xml" Id="R97f777db686c4b89" /><Relationship Type="http://schemas.openxmlformats.org/officeDocument/2006/relationships/slide" Target="/ppt/slides/slide6.xml" Id="R03530719d9454aaa" /><Relationship Type="http://schemas.openxmlformats.org/officeDocument/2006/relationships/slide" Target="/ppt/slides/slide7.xml" Id="Refdc1fbdc2f54b9a" /><Relationship Type="http://schemas.openxmlformats.org/officeDocument/2006/relationships/slide" Target="/ppt/slides/slide8.xml" Id="R2374997b41c54fcd" /><Relationship Type="http://schemas.openxmlformats.org/officeDocument/2006/relationships/slide" Target="/ppt/slides/slide9.xml" Id="R11fe456280204efa" /><Relationship Type="http://schemas.openxmlformats.org/officeDocument/2006/relationships/slide" Target="/ppt/slides/slide10.xml" Id="R5736d30675934cc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8096f6187b4e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37c681b898457c" /><Relationship Type="http://schemas.openxmlformats.org/officeDocument/2006/relationships/notesMaster" Target="/ppt/notesMasters/notesMaster1.xml" Id="Rd1173cc0aa044c4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c124ec0152a4500" /><Relationship Type="http://schemas.openxmlformats.org/officeDocument/2006/relationships/notesMaster" Target="/ppt/notesMasters/notesMaster1.xml" Id="R49722aa0b1ef43b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bc06ff05bfd423a" /><Relationship Type="http://schemas.openxmlformats.org/officeDocument/2006/relationships/notesMaster" Target="/ppt/notesMasters/notesMaster1.xml" Id="R6c1a5aa8b13043e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aefac9e161e49a7" /><Relationship Type="http://schemas.openxmlformats.org/officeDocument/2006/relationships/notesMaster" Target="/ppt/notesMasters/notesMaster1.xml" Id="Rd29917f61ff845a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0d5bd272b904d50" /><Relationship Type="http://schemas.openxmlformats.org/officeDocument/2006/relationships/notesMaster" Target="/ppt/notesMasters/notesMaster1.xml" Id="R444a50691c4a451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799a587a5be4056" /><Relationship Type="http://schemas.openxmlformats.org/officeDocument/2006/relationships/notesMaster" Target="/ppt/notesMasters/notesMaster1.xml" Id="R371ed407aea142a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8e731391a8a4ec8" /><Relationship Type="http://schemas.openxmlformats.org/officeDocument/2006/relationships/notesMaster" Target="/ppt/notesMasters/notesMaster1.xml" Id="R0d68ce8168944a9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61d8abc467049cb" /><Relationship Type="http://schemas.openxmlformats.org/officeDocument/2006/relationships/notesMaster" Target="/ppt/notesMasters/notesMaster1.xml" Id="R332182e58f90404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d7b876c22d04447" /><Relationship Type="http://schemas.openxmlformats.org/officeDocument/2006/relationships/notesMaster" Target="/ppt/notesMasters/notesMaster1.xml" Id="R06dd8e3d50204b3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82d6fdff31f4a81" /><Relationship Type="http://schemas.openxmlformats.org/officeDocument/2006/relationships/notesMaster" Target="/ppt/notesMasters/notesMaster1.xml" Id="Rb0610b64f62a435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User-supplied ProcessScope presentation outline.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User-supplied ProcessScope presentation outline. Presenter: Students learn the definitions, but safe live examples make the lifecycle clear. Unreaped zombies can contribute to process-limit exhaustion.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User-supplied ProcessScope presentation outline.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User-supplied ProcessScope presentation outline. Comparison distinguishes limitations of naive custom scripts from established ps/top implementations.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User-supplied ProcessScope presentation outline. The gateway executes bin/processcope --json and serves the resulting JSON. Fixtures create observable processes in /proc. Scanner order: opendir/readdir, safe parser, classification, terminal/JSON outputs.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User-supplied ProcessScope presentation outline. Each visible process has a /proc/[pid] directory. Validate field boundaries and numeric conversions. D generally means uninterruptible sleep, often I/O.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User-supplied ProcessScope presentation outline. Design: dark navy #080c15. Process inspection and educational modals support the main table. Local binding limits network exposure, but does not itself establish complete security.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User-supplied ProcessScope presentation outline. All results are reported in the supplied outline. No source repository, test logs or runnable project was supplied for independent verification. Endpoints: /api/health and /api/processes.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User-supplied ProcessScope presentation outline. Commands: bin/zombie_demo and bin/orphan_demo. Observe terminal or dashboard state during each window. Compare original and new PPID to verify reparenting.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User-supplied ProcessScope presentation outline. Proposed eBPF tracepoint: sched_process_exit. Cross-platform support requires platform-specific process enumeration and lifecycle handling rather than assuming Linux-compatible procfs.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2751e17e11487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56bb10f0c7445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cf33f0b7094a0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051c3c850b4ea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7bf5deff23462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20aa49be36424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7B5A2F0-1D01-4305-BB14-687BDB2DD9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C86B132-00C8-4D09-B9BC-8B06F9F6E65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52179D0-4899-4CD0-9858-F069AEBB7C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AC8235F-F7B3-4318-A94B-E6CC23C026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4396D1F-F6C2-40C4-B07E-5909D3273E6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33F3B1E-0AAC-493D-80A0-BD7CC9738F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38A7085-7BB7-4A2C-A741-C897DCA6769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868D378-E7E7-4312-BE2C-7C6B742F00C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D240102-DB09-447A-ADB4-B7367542F4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2B8AEBF-EA4D-4C58-88A6-47DB610B06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3d065e012e44bcf" /><Relationship Type="http://schemas.openxmlformats.org/officeDocument/2006/relationships/slideLayout" Target="/ppt/slideLayouts/slideLayout1.xml" Id="Rf98bb5ba3c2244fb" /><Relationship Type="http://schemas.openxmlformats.org/officeDocument/2006/relationships/slideLayout" Target="/ppt/slideLayouts/slideLayout2.xml" Id="R3cb35035fa484c0e" /><Relationship Type="http://schemas.openxmlformats.org/officeDocument/2006/relationships/slideLayout" Target="/ppt/slideLayouts/slideLayout3.xml" Id="R5bbd9821036c498f" /><Relationship Type="http://schemas.openxmlformats.org/officeDocument/2006/relationships/slideLayout" Target="/ppt/slideLayouts/slideLayout4.xml" Id="Rd201f8daf4de459e" /><Relationship Type="http://schemas.openxmlformats.org/officeDocument/2006/relationships/slideLayout" Target="/ppt/slideLayouts/slideLayout5.xml" Id="Rb98e87ed571a4721" /><Relationship Type="http://schemas.openxmlformats.org/officeDocument/2006/relationships/slideLayout" Target="/ppt/slideLayouts/slideLayout6.xml" Id="Rfea04eaeea43400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8bb5ba3c2244fb"/>
    <p:sldLayoutId xmlns:r="http://schemas.openxmlformats.org/officeDocument/2006/relationships" id="2147483650" r:id="R3cb35035fa484c0e"/>
    <p:sldLayoutId xmlns:r="http://schemas.openxmlformats.org/officeDocument/2006/relationships" id="2147483651" r:id="R5bbd9821036c498f"/>
    <p:sldLayoutId xmlns:r="http://schemas.openxmlformats.org/officeDocument/2006/relationships" id="2147483652" r:id="Rd201f8daf4de459e"/>
    <p:sldLayoutId xmlns:r="http://schemas.openxmlformats.org/officeDocument/2006/relationships" id="2147483653" r:id="Rb98e87ed571a4721"/>
    <p:sldLayoutId xmlns:r="http://schemas.openxmlformats.org/officeDocument/2006/relationships" id="2147483654" r:id="Rfea04eaeea43400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5c22bebd6b45ca" /><Relationship Type="http://schemas.openxmlformats.org/officeDocument/2006/relationships/notesSlide" Target="/ppt/notesSlides/notesSlide1.xml" Id="Rd546564e584445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0de7197f5946fa" /><Relationship Type="http://schemas.openxmlformats.org/officeDocument/2006/relationships/notesSlide" Target="/ppt/notesSlides/notesSlide2.xml" Id="R06b37c4fc4894f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992d100bf04dd7" /><Relationship Type="http://schemas.openxmlformats.org/officeDocument/2006/relationships/notesSlide" Target="/ppt/notesSlides/notesSlide3.xml" Id="R2f3ce53dda1c416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dae69cfba64ec6" /><Relationship Type="http://schemas.openxmlformats.org/officeDocument/2006/relationships/notesSlide" Target="/ppt/notesSlides/notesSlide4.xml" Id="Rfed1dbf13bea4e2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334df6b2f64033" /><Relationship Type="http://schemas.openxmlformats.org/officeDocument/2006/relationships/notesSlide" Target="/ppt/notesSlides/notesSlide5.xml" Id="Re65ed865a343439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9aa3450c2645c0" /><Relationship Type="http://schemas.openxmlformats.org/officeDocument/2006/relationships/notesSlide" Target="/ppt/notesSlides/notesSlide6.xml" Id="Rf2ebddae73da44d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432bb5810a4b3f" /><Relationship Type="http://schemas.openxmlformats.org/officeDocument/2006/relationships/notesSlide" Target="/ppt/notesSlides/notesSlide7.xml" Id="R08c99e4db568481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3b2299abc14961" /><Relationship Type="http://schemas.openxmlformats.org/officeDocument/2006/relationships/notesSlide" Target="/ppt/notesSlides/notesSlide8.xml" Id="R68efa93d03994d5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d469dfefaf4b43" /><Relationship Type="http://schemas.openxmlformats.org/officeDocument/2006/relationships/notesSlide" Target="/ppt/notesSlides/notesSlide9.xml" Id="R10766750255a43c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e1c9e9996c4cde" /><Relationship Type="http://schemas.openxmlformats.org/officeDocument/2006/relationships/notesSlide" Target="/ppt/notesSlides/notesSlide10.xml" Id="R79484f8d6d584c9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3D4638-358E-4265-AC77-90DF14844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EDF3FA"/>
                </a:solidFill>
              </a:defRPr>
            </a:defPPr>
            <a:lvl1pPr>
              <a:defRPr sz="3225" b="1">
                <a:solidFill>
                  <a:srgbClr val="EDF3FA"/>
                </a:solidFill>
              </a:defRPr>
            </a:lvl1pPr>
            <a:lvl2pPr>
              <a:defRPr sz="3225" b="1">
                <a:solidFill>
                  <a:srgbClr val="EDF3FA"/>
                </a:solidFill>
              </a:defRPr>
            </a:lvl2pPr>
            <a:lvl3pPr>
              <a:defRPr sz="3225" b="1">
                <a:solidFill>
                  <a:srgbClr val="EDF3FA"/>
                </a:solidFill>
              </a:defRPr>
            </a:lvl3pPr>
            <a:lvl4pPr>
              <a:defRPr sz="3225" b="1">
                <a:solidFill>
                  <a:srgbClr val="EDF3FA"/>
                </a:solidFill>
              </a:defRPr>
            </a:lvl4pPr>
            <a:lvl5pPr>
              <a:defRPr sz="3225" b="1">
                <a:solidFill>
                  <a:srgbClr val="EDF3FA"/>
                </a:solidFill>
              </a:defRPr>
            </a:lvl5pPr>
            <a:lvl6pPr>
              <a:defRPr sz="3225" b="1">
                <a:solidFill>
                  <a:srgbClr val="EDF3FA"/>
                </a:solidFill>
              </a:defRPr>
            </a:lvl6pPr>
            <a:lvl7pPr>
              <a:defRPr sz="3225" b="1">
                <a:solidFill>
                  <a:srgbClr val="EDF3FA"/>
                </a:solidFill>
              </a:defRPr>
            </a:lvl7pPr>
            <a:lvl8pPr>
              <a:defRPr sz="3225" b="1">
                <a:solidFill>
                  <a:srgbClr val="EDF3FA"/>
                </a:solidFill>
              </a:defRPr>
            </a:lvl8pPr>
            <a:lvl9pPr>
              <a:defRPr sz="3225" b="1">
                <a:solidFill>
                  <a:srgbClr val="EDF3FA"/>
                </a:solidFill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EDF3FA"/>
                </a:solidFill>
              </a:defRPr>
            </a:pPr>
            <a:r>
              <a:rPr sz="3225" b="1">
                <a:solidFill>
                  <a:srgbClr val="EDF3FA"/>
                </a:solidFill>
              </a:rPr>
              <a:t>ProcessScope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5634DF-5DB5-4893-A95E-5E39BA2F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AFBED1"/>
                </a:solidFill>
              </a:defRPr>
            </a:defPPr>
            <a:lvl1pPr>
              <a:defRPr sz="1350" b="0">
                <a:solidFill>
                  <a:srgbClr val="AFBED1"/>
                </a:solidFill>
              </a:defRPr>
            </a:lvl1pPr>
            <a:lvl2pPr>
              <a:defRPr sz="1350" b="0">
                <a:solidFill>
                  <a:srgbClr val="AFBED1"/>
                </a:solidFill>
              </a:defRPr>
            </a:lvl2pPr>
            <a:lvl3pPr>
              <a:defRPr sz="1350" b="0">
                <a:solidFill>
                  <a:srgbClr val="AFBED1"/>
                </a:solidFill>
              </a:defRPr>
            </a:lvl3pPr>
            <a:lvl4pPr>
              <a:defRPr sz="1350" b="0">
                <a:solidFill>
                  <a:srgbClr val="AFBED1"/>
                </a:solidFill>
              </a:defRPr>
            </a:lvl4pPr>
            <a:lvl5pPr>
              <a:defRPr sz="1350" b="0">
                <a:solidFill>
                  <a:srgbClr val="AFBED1"/>
                </a:solidFill>
              </a:defRPr>
            </a:lvl5pPr>
            <a:lvl6pPr>
              <a:defRPr sz="1350" b="0">
                <a:solidFill>
                  <a:srgbClr val="AFBED1"/>
                </a:solidFill>
              </a:defRPr>
            </a:lvl6pPr>
            <a:lvl7pPr>
              <a:defRPr sz="1350" b="0">
                <a:solidFill>
                  <a:srgbClr val="AFBED1"/>
                </a:solidFill>
              </a:defRPr>
            </a:lvl7pPr>
            <a:lvl8pPr>
              <a:defRPr sz="1350" b="0">
                <a:solidFill>
                  <a:srgbClr val="AFBED1"/>
                </a:solidFill>
              </a:defRPr>
            </a:lvl8pPr>
            <a:lvl9pPr>
              <a:defRPr sz="1350" b="0">
                <a:solidFill>
                  <a:srgbClr val="AFBED1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FBED1"/>
                </a:solidFill>
              </a:defRPr>
            </a:pPr>
            <a:r>
              <a:rPr sz="1350" b="0">
                <a:solidFill>
                  <a:srgbClr val="AFBED1"/>
                </a:solidFill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19B845-87A4-401A-B436-C66981518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572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 b="1">
                <a:solidFill>
                  <a:srgbClr val="EDF3FA"/>
                </a:solidFill>
              </a:defRPr>
            </a:defPPr>
            <a:lvl1pPr>
              <a:defRPr sz="4200" b="1">
                <a:solidFill>
                  <a:srgbClr val="EDF3FA"/>
                </a:solidFill>
              </a:defRPr>
            </a:lvl1pPr>
            <a:lvl2pPr>
              <a:defRPr sz="4200" b="1">
                <a:solidFill>
                  <a:srgbClr val="EDF3FA"/>
                </a:solidFill>
              </a:defRPr>
            </a:lvl2pPr>
            <a:lvl3pPr>
              <a:defRPr sz="4200" b="1">
                <a:solidFill>
                  <a:srgbClr val="EDF3FA"/>
                </a:solidFill>
              </a:defRPr>
            </a:lvl3pPr>
            <a:lvl4pPr>
              <a:defRPr sz="4200" b="1">
                <a:solidFill>
                  <a:srgbClr val="EDF3FA"/>
                </a:solidFill>
              </a:defRPr>
            </a:lvl4pPr>
            <a:lvl5pPr>
              <a:defRPr sz="4200" b="1">
                <a:solidFill>
                  <a:srgbClr val="EDF3FA"/>
                </a:solidFill>
              </a:defRPr>
            </a:lvl5pPr>
            <a:lvl6pPr>
              <a:defRPr sz="4200" b="1">
                <a:solidFill>
                  <a:srgbClr val="EDF3FA"/>
                </a:solidFill>
              </a:defRPr>
            </a:lvl6pPr>
            <a:lvl7pPr>
              <a:defRPr sz="4200" b="1">
                <a:solidFill>
                  <a:srgbClr val="EDF3FA"/>
                </a:solidFill>
              </a:defRPr>
            </a:lvl7pPr>
            <a:lvl8pPr>
              <a:defRPr sz="4200" b="1">
                <a:solidFill>
                  <a:srgbClr val="EDF3FA"/>
                </a:solidFill>
              </a:defRPr>
            </a:lvl8pPr>
            <a:lvl9pPr>
              <a:defRPr sz="4200" b="1">
                <a:solidFill>
                  <a:srgbClr val="EDF3FA"/>
                </a:solidFill>
              </a:defRPr>
            </a:lvl9pPr>
          </a:lstStyle>
          <a:p xmlns:a="http://schemas.openxmlformats.org/drawingml/2006/main">
            <a:pPr>
              <a:defRPr sz="4200" b="1">
                <a:solidFill>
                  <a:srgbClr val="EDF3FA"/>
                </a:solidFill>
              </a:defRPr>
            </a:pPr>
            <a:r>
              <a:rPr sz="4200" b="1">
                <a:solidFill>
                  <a:srgbClr val="EDF3FA"/>
                </a:solidFill>
              </a:rPr>
              <a:t>Zombie and Orphan</a:t>
            </a:r>
          </a:p>
          <a:p xmlns:a="http://schemas.openxmlformats.org/drawingml/2006/main">
            <a:pPr>
              <a:defRPr sz="4200" b="1">
                <a:solidFill>
                  <a:srgbClr val="EDF3FA"/>
                </a:solidFill>
              </a:defRPr>
            </a:pPr>
            <a:r>
              <a:rPr sz="4200" b="1">
                <a:solidFill>
                  <a:srgbClr val="EDF3FA"/>
                </a:solidFill>
              </a:rPr>
              <a:t>Process Detection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FE39DD-DA7F-4DDD-8E7B-754C4CD1E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54D9E8"/>
                </a:solidFill>
              </a:defRPr>
            </a:defPPr>
            <a:lvl1pPr>
              <a:defRPr sz="2250" b="0">
                <a:solidFill>
                  <a:srgbClr val="54D9E8"/>
                </a:solidFill>
              </a:defRPr>
            </a:lvl1pPr>
            <a:lvl2pPr>
              <a:defRPr sz="2250" b="0">
                <a:solidFill>
                  <a:srgbClr val="54D9E8"/>
                </a:solidFill>
              </a:defRPr>
            </a:lvl2pPr>
            <a:lvl3pPr>
              <a:defRPr sz="2250" b="0">
                <a:solidFill>
                  <a:srgbClr val="54D9E8"/>
                </a:solidFill>
              </a:defRPr>
            </a:lvl3pPr>
            <a:lvl4pPr>
              <a:defRPr sz="2250" b="0">
                <a:solidFill>
                  <a:srgbClr val="54D9E8"/>
                </a:solidFill>
              </a:defRPr>
            </a:lvl4pPr>
            <a:lvl5pPr>
              <a:defRPr sz="2250" b="0">
                <a:solidFill>
                  <a:srgbClr val="54D9E8"/>
                </a:solidFill>
              </a:defRPr>
            </a:lvl5pPr>
            <a:lvl6pPr>
              <a:defRPr sz="2250" b="0">
                <a:solidFill>
                  <a:srgbClr val="54D9E8"/>
                </a:solidFill>
              </a:defRPr>
            </a:lvl6pPr>
            <a:lvl7pPr>
              <a:defRPr sz="2250" b="0">
                <a:solidFill>
                  <a:srgbClr val="54D9E8"/>
                </a:solidFill>
              </a:defRPr>
            </a:lvl7pPr>
            <a:lvl8pPr>
              <a:defRPr sz="2250" b="0">
                <a:solidFill>
                  <a:srgbClr val="54D9E8"/>
                </a:solidFill>
              </a:defRPr>
            </a:lvl8pPr>
            <a:lvl9pPr>
              <a:defRPr sz="2250" b="0">
                <a:solidFill>
                  <a:srgbClr val="54D9E8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54D9E8"/>
                </a:solidFill>
              </a:defRPr>
            </a:pPr>
            <a:r>
              <a:rPr sz="2250" b="0">
                <a:solidFill>
                  <a:srgbClr val="54D9E8"/>
                </a:solidFill>
              </a:rPr>
              <a:t>Linux systems programming and process observability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E42AE4-0218-4ED9-B60B-53DD759DF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AFBED1"/>
                </a:solidFill>
              </a:defRPr>
            </a:defPPr>
            <a:lvl1pPr>
              <a:defRPr sz="1875" b="0">
                <a:solidFill>
                  <a:srgbClr val="AFBED1"/>
                </a:solidFill>
              </a:defRPr>
            </a:lvl1pPr>
            <a:lvl2pPr>
              <a:defRPr sz="1875" b="0">
                <a:solidFill>
                  <a:srgbClr val="AFBED1"/>
                </a:solidFill>
              </a:defRPr>
            </a:lvl2pPr>
            <a:lvl3pPr>
              <a:defRPr sz="1875" b="0">
                <a:solidFill>
                  <a:srgbClr val="AFBED1"/>
                </a:solidFill>
              </a:defRPr>
            </a:lvl3pPr>
            <a:lvl4pPr>
              <a:defRPr sz="1875" b="0">
                <a:solidFill>
                  <a:srgbClr val="AFBED1"/>
                </a:solidFill>
              </a:defRPr>
            </a:lvl4pPr>
            <a:lvl5pPr>
              <a:defRPr sz="1875" b="0">
                <a:solidFill>
                  <a:srgbClr val="AFBED1"/>
                </a:solidFill>
              </a:defRPr>
            </a:lvl5pPr>
            <a:lvl6pPr>
              <a:defRPr sz="1875" b="0">
                <a:solidFill>
                  <a:srgbClr val="AFBED1"/>
                </a:solidFill>
              </a:defRPr>
            </a:lvl6pPr>
            <a:lvl7pPr>
              <a:defRPr sz="1875" b="0">
                <a:solidFill>
                  <a:srgbClr val="AFBED1"/>
                </a:solidFill>
              </a:defRPr>
            </a:lvl7pPr>
            <a:lvl8pPr>
              <a:defRPr sz="1875" b="0">
                <a:solidFill>
                  <a:srgbClr val="AFBED1"/>
                </a:solidFill>
              </a:defRPr>
            </a:lvl8pPr>
            <a:lvl9pPr>
              <a:defRPr sz="1875" b="0">
                <a:solidFill>
                  <a:srgbClr val="AFBED1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AFBED1"/>
                </a:solidFill>
              </a:defRPr>
            </a:pPr>
            <a:r>
              <a:rPr sz="1875" b="0">
                <a:solidFill>
                  <a:srgbClr val="AFBED1"/>
                </a:solidFill>
              </a:rPr>
              <a:t>Operating Systems and Systems Programming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F5D81C-DCDD-47A7-B71F-BF6644642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3872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AFBED1"/>
                </a:solidFill>
              </a:defRPr>
            </a:defPPr>
            <a:lvl1pPr>
              <a:defRPr sz="1950" b="0">
                <a:solidFill>
                  <a:srgbClr val="AFBED1"/>
                </a:solidFill>
              </a:defRPr>
            </a:lvl1pPr>
            <a:lvl2pPr>
              <a:defRPr sz="1950" b="0">
                <a:solidFill>
                  <a:srgbClr val="AFBED1"/>
                </a:solidFill>
              </a:defRPr>
            </a:lvl2pPr>
            <a:lvl3pPr>
              <a:defRPr sz="1950" b="0">
                <a:solidFill>
                  <a:srgbClr val="AFBED1"/>
                </a:solidFill>
              </a:defRPr>
            </a:lvl3pPr>
            <a:lvl4pPr>
              <a:defRPr sz="1950" b="0">
                <a:solidFill>
                  <a:srgbClr val="AFBED1"/>
                </a:solidFill>
              </a:defRPr>
            </a:lvl4pPr>
            <a:lvl5pPr>
              <a:defRPr sz="1950" b="0">
                <a:solidFill>
                  <a:srgbClr val="AFBED1"/>
                </a:solidFill>
              </a:defRPr>
            </a:lvl5pPr>
            <a:lvl6pPr>
              <a:defRPr sz="1950" b="0">
                <a:solidFill>
                  <a:srgbClr val="AFBED1"/>
                </a:solidFill>
              </a:defRPr>
            </a:lvl6pPr>
            <a:lvl7pPr>
              <a:defRPr sz="1950" b="0">
                <a:solidFill>
                  <a:srgbClr val="AFBED1"/>
                </a:solidFill>
              </a:defRPr>
            </a:lvl7pPr>
            <a:lvl8pPr>
              <a:defRPr sz="1950" b="0">
                <a:solidFill>
                  <a:srgbClr val="AFBED1"/>
                </a:solidFill>
              </a:defRPr>
            </a:lvl8pPr>
            <a:lvl9pPr>
              <a:defRPr sz="1950" b="0">
                <a:solidFill>
                  <a:srgbClr val="AFBED1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AFBED1"/>
                </a:solidFill>
              </a:defRPr>
            </a:pPr>
            <a:r>
              <a:rPr sz="1950" b="0">
                <a:solidFill>
                  <a:srgbClr val="AFBED1"/>
                </a:solidFill>
              </a:rPr>
              <a:t>Bridging Linux kernel primitives with real-time observability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EC880E-8CDE-472C-B669-1E307900D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AFBED1"/>
                </a:solidFill>
              </a:defRPr>
            </a:defPPr>
            <a:lvl1pPr>
              <a:defRPr sz="1575" b="0">
                <a:solidFill>
                  <a:srgbClr val="AFBED1"/>
                </a:solidFill>
              </a:defRPr>
            </a:lvl1pPr>
            <a:lvl2pPr>
              <a:defRPr sz="1575" b="0">
                <a:solidFill>
                  <a:srgbClr val="AFBED1"/>
                </a:solidFill>
              </a:defRPr>
            </a:lvl2pPr>
            <a:lvl3pPr>
              <a:defRPr sz="1575" b="0">
                <a:solidFill>
                  <a:srgbClr val="AFBED1"/>
                </a:solidFill>
              </a:defRPr>
            </a:lvl3pPr>
            <a:lvl4pPr>
              <a:defRPr sz="1575" b="0">
                <a:solidFill>
                  <a:srgbClr val="AFBED1"/>
                </a:solidFill>
              </a:defRPr>
            </a:lvl4pPr>
            <a:lvl5pPr>
              <a:defRPr sz="1575" b="0">
                <a:solidFill>
                  <a:srgbClr val="AFBED1"/>
                </a:solidFill>
              </a:defRPr>
            </a:lvl5pPr>
            <a:lvl6pPr>
              <a:defRPr sz="1575" b="0">
                <a:solidFill>
                  <a:srgbClr val="AFBED1"/>
                </a:solidFill>
              </a:defRPr>
            </a:lvl6pPr>
            <a:lvl7pPr>
              <a:defRPr sz="1575" b="0">
                <a:solidFill>
                  <a:srgbClr val="AFBED1"/>
                </a:solidFill>
              </a:defRPr>
            </a:lvl7pPr>
            <a:lvl8pPr>
              <a:defRPr sz="1575" b="0">
                <a:solidFill>
                  <a:srgbClr val="AFBED1"/>
                </a:solidFill>
              </a:defRPr>
            </a:lvl8pPr>
            <a:lvl9pPr>
              <a:defRPr sz="1575" b="0">
                <a:solidFill>
                  <a:srgbClr val="AFBED1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AFBED1"/>
                </a:solidFill>
              </a:defRPr>
            </a:pPr>
            <a:r>
              <a:rPr sz="1575" b="0">
                <a:solidFill>
                  <a:srgbClr val="AFBED1"/>
                </a:solidFill>
              </a:rPr>
              <a:t>Presenter / Roll number / Team: 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5574147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2A1400-6376-4FA3-984C-CF7359D7C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EDF3FA"/>
                </a:solidFill>
              </a:defRPr>
            </a:defPPr>
            <a:lvl1pPr>
              <a:defRPr sz="3225" b="1">
                <a:solidFill>
                  <a:srgbClr val="EDF3FA"/>
                </a:solidFill>
              </a:defRPr>
            </a:lvl1pPr>
            <a:lvl2pPr>
              <a:defRPr sz="3225" b="1">
                <a:solidFill>
                  <a:srgbClr val="EDF3FA"/>
                </a:solidFill>
              </a:defRPr>
            </a:lvl2pPr>
            <a:lvl3pPr>
              <a:defRPr sz="3225" b="1">
                <a:solidFill>
                  <a:srgbClr val="EDF3FA"/>
                </a:solidFill>
              </a:defRPr>
            </a:lvl3pPr>
            <a:lvl4pPr>
              <a:defRPr sz="3225" b="1">
                <a:solidFill>
                  <a:srgbClr val="EDF3FA"/>
                </a:solidFill>
              </a:defRPr>
            </a:lvl4pPr>
            <a:lvl5pPr>
              <a:defRPr sz="3225" b="1">
                <a:solidFill>
                  <a:srgbClr val="EDF3FA"/>
                </a:solidFill>
              </a:defRPr>
            </a:lvl5pPr>
            <a:lvl6pPr>
              <a:defRPr sz="3225" b="1">
                <a:solidFill>
                  <a:srgbClr val="EDF3FA"/>
                </a:solidFill>
              </a:defRPr>
            </a:lvl6pPr>
            <a:lvl7pPr>
              <a:defRPr sz="3225" b="1">
                <a:solidFill>
                  <a:srgbClr val="EDF3FA"/>
                </a:solidFill>
              </a:defRPr>
            </a:lvl7pPr>
            <a:lvl8pPr>
              <a:defRPr sz="3225" b="1">
                <a:solidFill>
                  <a:srgbClr val="EDF3FA"/>
                </a:solidFill>
              </a:defRPr>
            </a:lvl8pPr>
            <a:lvl9pPr>
              <a:defRPr sz="3225" b="1">
                <a:solidFill>
                  <a:srgbClr val="EDF3FA"/>
                </a:solidFill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EDF3FA"/>
                </a:solidFill>
              </a:defRPr>
            </a:pPr>
            <a:r>
              <a:rPr sz="3225" b="1">
                <a:solidFill>
                  <a:srgbClr val="EDF3FA"/>
                </a:solidFill>
              </a:rPr>
              <a:t>Silent process leaks and misleading signals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402E47-72AB-4696-83FE-8F2460B7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AFBED1"/>
                </a:solidFill>
              </a:defRPr>
            </a:defPPr>
            <a:lvl1pPr>
              <a:defRPr sz="1350" b="0">
                <a:solidFill>
                  <a:srgbClr val="AFBED1"/>
                </a:solidFill>
              </a:defRPr>
            </a:lvl1pPr>
            <a:lvl2pPr>
              <a:defRPr sz="1350" b="0">
                <a:solidFill>
                  <a:srgbClr val="AFBED1"/>
                </a:solidFill>
              </a:defRPr>
            </a:lvl2pPr>
            <a:lvl3pPr>
              <a:defRPr sz="1350" b="0">
                <a:solidFill>
                  <a:srgbClr val="AFBED1"/>
                </a:solidFill>
              </a:defRPr>
            </a:lvl3pPr>
            <a:lvl4pPr>
              <a:defRPr sz="1350" b="0">
                <a:solidFill>
                  <a:srgbClr val="AFBED1"/>
                </a:solidFill>
              </a:defRPr>
            </a:lvl4pPr>
            <a:lvl5pPr>
              <a:defRPr sz="1350" b="0">
                <a:solidFill>
                  <a:srgbClr val="AFBED1"/>
                </a:solidFill>
              </a:defRPr>
            </a:lvl5pPr>
            <a:lvl6pPr>
              <a:defRPr sz="1350" b="0">
                <a:solidFill>
                  <a:srgbClr val="AFBED1"/>
                </a:solidFill>
              </a:defRPr>
            </a:lvl6pPr>
            <a:lvl7pPr>
              <a:defRPr sz="1350" b="0">
                <a:solidFill>
                  <a:srgbClr val="AFBED1"/>
                </a:solidFill>
              </a:defRPr>
            </a:lvl7pPr>
            <a:lvl8pPr>
              <a:defRPr sz="1350" b="0">
                <a:solidFill>
                  <a:srgbClr val="AFBED1"/>
                </a:solidFill>
              </a:defRPr>
            </a:lvl8pPr>
            <a:lvl9pPr>
              <a:defRPr sz="1350" b="0">
                <a:solidFill>
                  <a:srgbClr val="AFBED1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FBED1"/>
                </a:solidFill>
              </a:defRPr>
            </a:pPr>
            <a:r>
              <a:rPr sz="1350" b="0">
                <a:solidFill>
                  <a:srgbClr val="AFBED1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D2F5E6-B2A2-482B-BE65-D06A5F40F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53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54D9E8"/>
                </a:solidFill>
              </a:defRPr>
            </a:defPPr>
            <a:lvl1pPr>
              <a:defRPr sz="2100" b="1">
                <a:solidFill>
                  <a:srgbClr val="54D9E8"/>
                </a:solidFill>
              </a:defRPr>
            </a:lvl1pPr>
            <a:lvl2pPr>
              <a:defRPr sz="2100" b="1">
                <a:solidFill>
                  <a:srgbClr val="54D9E8"/>
                </a:solidFill>
              </a:defRPr>
            </a:lvl2pPr>
            <a:lvl3pPr>
              <a:defRPr sz="2100" b="1">
                <a:solidFill>
                  <a:srgbClr val="54D9E8"/>
                </a:solidFill>
              </a:defRPr>
            </a:lvl3pPr>
            <a:lvl4pPr>
              <a:defRPr sz="2100" b="1">
                <a:solidFill>
                  <a:srgbClr val="54D9E8"/>
                </a:solidFill>
              </a:defRPr>
            </a:lvl4pPr>
            <a:lvl5pPr>
              <a:defRPr sz="2100" b="1">
                <a:solidFill>
                  <a:srgbClr val="54D9E8"/>
                </a:solidFill>
              </a:defRPr>
            </a:lvl5pPr>
            <a:lvl6pPr>
              <a:defRPr sz="2100" b="1">
                <a:solidFill>
                  <a:srgbClr val="54D9E8"/>
                </a:solidFill>
              </a:defRPr>
            </a:lvl6pPr>
            <a:lvl7pPr>
              <a:defRPr sz="2100" b="1">
                <a:solidFill>
                  <a:srgbClr val="54D9E8"/>
                </a:solidFill>
              </a:defRPr>
            </a:lvl7pPr>
            <a:lvl8pPr>
              <a:defRPr sz="2100" b="1">
                <a:solidFill>
                  <a:srgbClr val="54D9E8"/>
                </a:solidFill>
              </a:defRPr>
            </a:lvl8pPr>
            <a:lvl9pPr>
              <a:defRPr sz="2100" b="1">
                <a:solidFill>
                  <a:srgbClr val="54D9E8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54D9E8"/>
                </a:solidFill>
              </a:defRPr>
            </a:pPr>
            <a:r>
              <a:rPr sz="2100" b="1">
                <a:solidFill>
                  <a:srgbClr val="54D9E8"/>
                </a:solidFill>
              </a:rPr>
              <a:t>Zombie processes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3E5601-7443-4137-8E02-2788870D4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AFBED1"/>
                </a:solidFill>
              </a:defRPr>
            </a:defPPr>
            <a:lvl1pPr>
              <a:defRPr sz="1875" b="0">
                <a:solidFill>
                  <a:srgbClr val="AFBED1"/>
                </a:solidFill>
              </a:defRPr>
            </a:lvl1pPr>
            <a:lvl2pPr>
              <a:defRPr sz="1875" b="0">
                <a:solidFill>
                  <a:srgbClr val="AFBED1"/>
                </a:solidFill>
              </a:defRPr>
            </a:lvl2pPr>
            <a:lvl3pPr>
              <a:defRPr sz="1875" b="0">
                <a:solidFill>
                  <a:srgbClr val="AFBED1"/>
                </a:solidFill>
              </a:defRPr>
            </a:lvl3pPr>
            <a:lvl4pPr>
              <a:defRPr sz="1875" b="0">
                <a:solidFill>
                  <a:srgbClr val="AFBED1"/>
                </a:solidFill>
              </a:defRPr>
            </a:lvl4pPr>
            <a:lvl5pPr>
              <a:defRPr sz="1875" b="0">
                <a:solidFill>
                  <a:srgbClr val="AFBED1"/>
                </a:solidFill>
              </a:defRPr>
            </a:lvl5pPr>
            <a:lvl6pPr>
              <a:defRPr sz="1875" b="0">
                <a:solidFill>
                  <a:srgbClr val="AFBED1"/>
                </a:solidFill>
              </a:defRPr>
            </a:lvl6pPr>
            <a:lvl7pPr>
              <a:defRPr sz="1875" b="0">
                <a:solidFill>
                  <a:srgbClr val="AFBED1"/>
                </a:solidFill>
              </a:defRPr>
            </a:lvl7pPr>
            <a:lvl8pPr>
              <a:defRPr sz="1875" b="0">
                <a:solidFill>
                  <a:srgbClr val="AFBED1"/>
                </a:solidFill>
              </a:defRPr>
            </a:lvl8pPr>
            <a:lvl9pPr>
              <a:defRPr sz="1875" b="0">
                <a:solidFill>
                  <a:srgbClr val="AFBED1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AFBED1"/>
                </a:solidFill>
              </a:defRPr>
            </a:pPr>
            <a:r>
              <a:rPr sz="1875" b="0">
                <a:solidFill>
                  <a:srgbClr val="AFBED1"/>
                </a:solidFill>
              </a:rPr>
              <a:t>A child exits, but its parent has not collected the exit status with wait() or waitpid(). Kernel bookkeeping and the PID remain.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BA1CD0-C3E4-4BF5-83C5-F70731CF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71775"/>
            <a:ext cx="10953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54D9E8"/>
                </a:solidFill>
              </a:defRPr>
            </a:defPPr>
            <a:lvl1pPr>
              <a:defRPr sz="2100" b="1">
                <a:solidFill>
                  <a:srgbClr val="54D9E8"/>
                </a:solidFill>
              </a:defRPr>
            </a:lvl1pPr>
            <a:lvl2pPr>
              <a:defRPr sz="2100" b="1">
                <a:solidFill>
                  <a:srgbClr val="54D9E8"/>
                </a:solidFill>
              </a:defRPr>
            </a:lvl2pPr>
            <a:lvl3pPr>
              <a:defRPr sz="2100" b="1">
                <a:solidFill>
                  <a:srgbClr val="54D9E8"/>
                </a:solidFill>
              </a:defRPr>
            </a:lvl3pPr>
            <a:lvl4pPr>
              <a:defRPr sz="2100" b="1">
                <a:solidFill>
                  <a:srgbClr val="54D9E8"/>
                </a:solidFill>
              </a:defRPr>
            </a:lvl4pPr>
            <a:lvl5pPr>
              <a:defRPr sz="2100" b="1">
                <a:solidFill>
                  <a:srgbClr val="54D9E8"/>
                </a:solidFill>
              </a:defRPr>
            </a:lvl5pPr>
            <a:lvl6pPr>
              <a:defRPr sz="2100" b="1">
                <a:solidFill>
                  <a:srgbClr val="54D9E8"/>
                </a:solidFill>
              </a:defRPr>
            </a:lvl6pPr>
            <a:lvl7pPr>
              <a:defRPr sz="2100" b="1">
                <a:solidFill>
                  <a:srgbClr val="54D9E8"/>
                </a:solidFill>
              </a:defRPr>
            </a:lvl7pPr>
            <a:lvl8pPr>
              <a:defRPr sz="2100" b="1">
                <a:solidFill>
                  <a:srgbClr val="54D9E8"/>
                </a:solidFill>
              </a:defRPr>
            </a:lvl8pPr>
            <a:lvl9pPr>
              <a:defRPr sz="2100" b="1">
                <a:solidFill>
                  <a:srgbClr val="54D9E8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54D9E8"/>
                </a:solidFill>
              </a:defRPr>
            </a:pPr>
            <a:r>
              <a:rPr sz="2100" b="1">
                <a:solidFill>
                  <a:srgbClr val="54D9E8"/>
                </a:solidFill>
              </a:rPr>
              <a:t>Orphan processes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80AEB6-967F-408C-B747-698CA1A64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AFBED1"/>
                </a:solidFill>
              </a:defRPr>
            </a:defPPr>
            <a:lvl1pPr>
              <a:defRPr sz="1875" b="0">
                <a:solidFill>
                  <a:srgbClr val="AFBED1"/>
                </a:solidFill>
              </a:defRPr>
            </a:lvl1pPr>
            <a:lvl2pPr>
              <a:defRPr sz="1875" b="0">
                <a:solidFill>
                  <a:srgbClr val="AFBED1"/>
                </a:solidFill>
              </a:defRPr>
            </a:lvl2pPr>
            <a:lvl3pPr>
              <a:defRPr sz="1875" b="0">
                <a:solidFill>
                  <a:srgbClr val="AFBED1"/>
                </a:solidFill>
              </a:defRPr>
            </a:lvl3pPr>
            <a:lvl4pPr>
              <a:defRPr sz="1875" b="0">
                <a:solidFill>
                  <a:srgbClr val="AFBED1"/>
                </a:solidFill>
              </a:defRPr>
            </a:lvl4pPr>
            <a:lvl5pPr>
              <a:defRPr sz="1875" b="0">
                <a:solidFill>
                  <a:srgbClr val="AFBED1"/>
                </a:solidFill>
              </a:defRPr>
            </a:lvl5pPr>
            <a:lvl6pPr>
              <a:defRPr sz="1875" b="0">
                <a:solidFill>
                  <a:srgbClr val="AFBED1"/>
                </a:solidFill>
              </a:defRPr>
            </a:lvl6pPr>
            <a:lvl7pPr>
              <a:defRPr sz="1875" b="0">
                <a:solidFill>
                  <a:srgbClr val="AFBED1"/>
                </a:solidFill>
              </a:defRPr>
            </a:lvl7pPr>
            <a:lvl8pPr>
              <a:defRPr sz="1875" b="0">
                <a:solidFill>
                  <a:srgbClr val="AFBED1"/>
                </a:solidFill>
              </a:defRPr>
            </a:lvl8pPr>
            <a:lvl9pPr>
              <a:defRPr sz="1875" b="0">
                <a:solidFill>
                  <a:srgbClr val="AFBED1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AFBED1"/>
                </a:solidFill>
              </a:defRPr>
            </a:pPr>
            <a:r>
              <a:rPr sz="1875" b="0">
                <a:solidFill>
                  <a:srgbClr val="AFBED1"/>
                </a:solidFill>
              </a:rPr>
              <a:t>A parent exits while its child continues. The kernel reparents the child to an appropriate reaper.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8C9AFF-401A-4C4B-B1D5-56E8047EC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10953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54D9E8"/>
                </a:solidFill>
              </a:defRPr>
            </a:defPPr>
            <a:lvl1pPr>
              <a:defRPr sz="2100" b="1">
                <a:solidFill>
                  <a:srgbClr val="54D9E8"/>
                </a:solidFill>
              </a:defRPr>
            </a:lvl1pPr>
            <a:lvl2pPr>
              <a:defRPr sz="2100" b="1">
                <a:solidFill>
                  <a:srgbClr val="54D9E8"/>
                </a:solidFill>
              </a:defRPr>
            </a:lvl2pPr>
            <a:lvl3pPr>
              <a:defRPr sz="2100" b="1">
                <a:solidFill>
                  <a:srgbClr val="54D9E8"/>
                </a:solidFill>
              </a:defRPr>
            </a:lvl3pPr>
            <a:lvl4pPr>
              <a:defRPr sz="2100" b="1">
                <a:solidFill>
                  <a:srgbClr val="54D9E8"/>
                </a:solidFill>
              </a:defRPr>
            </a:lvl4pPr>
            <a:lvl5pPr>
              <a:defRPr sz="2100" b="1">
                <a:solidFill>
                  <a:srgbClr val="54D9E8"/>
                </a:solidFill>
              </a:defRPr>
            </a:lvl5pPr>
            <a:lvl6pPr>
              <a:defRPr sz="2100" b="1">
                <a:solidFill>
                  <a:srgbClr val="54D9E8"/>
                </a:solidFill>
              </a:defRPr>
            </a:lvl6pPr>
            <a:lvl7pPr>
              <a:defRPr sz="2100" b="1">
                <a:solidFill>
                  <a:srgbClr val="54D9E8"/>
                </a:solidFill>
              </a:defRPr>
            </a:lvl7pPr>
            <a:lvl8pPr>
              <a:defRPr sz="2100" b="1">
                <a:solidFill>
                  <a:srgbClr val="54D9E8"/>
                </a:solidFill>
              </a:defRPr>
            </a:lvl8pPr>
            <a:lvl9pPr>
              <a:defRPr sz="2100" b="1">
                <a:solidFill>
                  <a:srgbClr val="54D9E8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54D9E8"/>
                </a:solidFill>
              </a:defRPr>
            </a:pPr>
            <a:r>
              <a:rPr sz="2100" b="1">
                <a:solidFill>
                  <a:srgbClr val="54D9E8"/>
                </a:solidFill>
              </a:rPr>
              <a:t>The observability gap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BDA4FE-145F-407D-9615-CC6EE9C3B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910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AFBED1"/>
                </a:solidFill>
              </a:defRPr>
            </a:defPPr>
            <a:lvl1pPr>
              <a:defRPr sz="1875" b="0">
                <a:solidFill>
                  <a:srgbClr val="AFBED1"/>
                </a:solidFill>
              </a:defRPr>
            </a:lvl1pPr>
            <a:lvl2pPr>
              <a:defRPr sz="1875" b="0">
                <a:solidFill>
                  <a:srgbClr val="AFBED1"/>
                </a:solidFill>
              </a:defRPr>
            </a:lvl2pPr>
            <a:lvl3pPr>
              <a:defRPr sz="1875" b="0">
                <a:solidFill>
                  <a:srgbClr val="AFBED1"/>
                </a:solidFill>
              </a:defRPr>
            </a:lvl3pPr>
            <a:lvl4pPr>
              <a:defRPr sz="1875" b="0">
                <a:solidFill>
                  <a:srgbClr val="AFBED1"/>
                </a:solidFill>
              </a:defRPr>
            </a:lvl4pPr>
            <a:lvl5pPr>
              <a:defRPr sz="1875" b="0">
                <a:solidFill>
                  <a:srgbClr val="AFBED1"/>
                </a:solidFill>
              </a:defRPr>
            </a:lvl5pPr>
            <a:lvl6pPr>
              <a:defRPr sz="1875" b="0">
                <a:solidFill>
                  <a:srgbClr val="AFBED1"/>
                </a:solidFill>
              </a:defRPr>
            </a:lvl6pPr>
            <a:lvl7pPr>
              <a:defRPr sz="1875" b="0">
                <a:solidFill>
                  <a:srgbClr val="AFBED1"/>
                </a:solidFill>
              </a:defRPr>
            </a:lvl7pPr>
            <a:lvl8pPr>
              <a:defRPr sz="1875" b="0">
                <a:solidFill>
                  <a:srgbClr val="AFBED1"/>
                </a:solidFill>
              </a:defRPr>
            </a:lvl8pPr>
            <a:lvl9pPr>
              <a:defRPr sz="1875" b="0">
                <a:solidFill>
                  <a:srgbClr val="AFBED1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AFBED1"/>
                </a:solidFill>
              </a:defRPr>
            </a:pPr>
            <a:r>
              <a:rPr sz="1875" b="0">
                <a:solidFill>
                  <a:srgbClr val="AFBED1"/>
                </a:solidFill>
              </a:rPr>
              <a:t>ps and top expose process states, but ProcessScope adds focused alerts, explanations and controlled demonstrations.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022F10-50F9-42C4-AFD3-79EB319FE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953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54D9E8"/>
                </a:solidFill>
              </a:defRPr>
            </a:defPPr>
            <a:lvl1pPr>
              <a:defRPr sz="2100" b="1">
                <a:solidFill>
                  <a:srgbClr val="54D9E8"/>
                </a:solidFill>
              </a:defRPr>
            </a:lvl1pPr>
            <a:lvl2pPr>
              <a:defRPr sz="2100" b="1">
                <a:solidFill>
                  <a:srgbClr val="54D9E8"/>
                </a:solidFill>
              </a:defRPr>
            </a:lvl2pPr>
            <a:lvl3pPr>
              <a:defRPr sz="2100" b="1">
                <a:solidFill>
                  <a:srgbClr val="54D9E8"/>
                </a:solidFill>
              </a:defRPr>
            </a:lvl3pPr>
            <a:lvl4pPr>
              <a:defRPr sz="2100" b="1">
                <a:solidFill>
                  <a:srgbClr val="54D9E8"/>
                </a:solidFill>
              </a:defRPr>
            </a:lvl4pPr>
            <a:lvl5pPr>
              <a:defRPr sz="2100" b="1">
                <a:solidFill>
                  <a:srgbClr val="54D9E8"/>
                </a:solidFill>
              </a:defRPr>
            </a:lvl5pPr>
            <a:lvl6pPr>
              <a:defRPr sz="2100" b="1">
                <a:solidFill>
                  <a:srgbClr val="54D9E8"/>
                </a:solidFill>
              </a:defRPr>
            </a:lvl6pPr>
            <a:lvl7pPr>
              <a:defRPr sz="2100" b="1">
                <a:solidFill>
                  <a:srgbClr val="54D9E8"/>
                </a:solidFill>
              </a:defRPr>
            </a:lvl7pPr>
            <a:lvl8pPr>
              <a:defRPr sz="2100" b="1">
                <a:solidFill>
                  <a:srgbClr val="54D9E8"/>
                </a:solidFill>
              </a:defRPr>
            </a:lvl8pPr>
            <a:lvl9pPr>
              <a:defRPr sz="2100" b="1">
                <a:solidFill>
                  <a:srgbClr val="54D9E8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54D9E8"/>
                </a:solidFill>
              </a:defRPr>
            </a:pPr>
            <a:r>
              <a:rPr sz="2100" b="1">
                <a:solidFill>
                  <a:srgbClr val="54D9E8"/>
                </a:solidFill>
              </a:rPr>
              <a:t>PPID 1 is only a clue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15E8BD-A2F9-4D6D-8F48-7C07B4041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AFBED1"/>
                </a:solidFill>
              </a:defRPr>
            </a:defPPr>
            <a:lvl1pPr>
              <a:defRPr sz="1875" b="0">
                <a:solidFill>
                  <a:srgbClr val="AFBED1"/>
                </a:solidFill>
              </a:defRPr>
            </a:lvl1pPr>
            <a:lvl2pPr>
              <a:defRPr sz="1875" b="0">
                <a:solidFill>
                  <a:srgbClr val="AFBED1"/>
                </a:solidFill>
              </a:defRPr>
            </a:lvl2pPr>
            <a:lvl3pPr>
              <a:defRPr sz="1875" b="0">
                <a:solidFill>
                  <a:srgbClr val="AFBED1"/>
                </a:solidFill>
              </a:defRPr>
            </a:lvl3pPr>
            <a:lvl4pPr>
              <a:defRPr sz="1875" b="0">
                <a:solidFill>
                  <a:srgbClr val="AFBED1"/>
                </a:solidFill>
              </a:defRPr>
            </a:lvl4pPr>
            <a:lvl5pPr>
              <a:defRPr sz="1875" b="0">
                <a:solidFill>
                  <a:srgbClr val="AFBED1"/>
                </a:solidFill>
              </a:defRPr>
            </a:lvl5pPr>
            <a:lvl6pPr>
              <a:defRPr sz="1875" b="0">
                <a:solidFill>
                  <a:srgbClr val="AFBED1"/>
                </a:solidFill>
              </a:defRPr>
            </a:lvl6pPr>
            <a:lvl7pPr>
              <a:defRPr sz="1875" b="0">
                <a:solidFill>
                  <a:srgbClr val="AFBED1"/>
                </a:solidFill>
              </a:defRPr>
            </a:lvl7pPr>
            <a:lvl8pPr>
              <a:defRPr sz="1875" b="0">
                <a:solidFill>
                  <a:srgbClr val="AFBED1"/>
                </a:solidFill>
              </a:defRPr>
            </a:lvl8pPr>
            <a:lvl9pPr>
              <a:defRPr sz="1875" b="0">
                <a:solidFill>
                  <a:srgbClr val="AFBED1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AFBED1"/>
                </a:solidFill>
              </a:defRPr>
            </a:pPr>
            <a:r>
              <a:rPr sz="1875" b="0">
                <a:solidFill>
                  <a:srgbClr val="AFBED1"/>
                </a:solidFill>
              </a:rPr>
              <a:t>A PPID of 1 alone cannot prove orphan history. Legitimate daemons can also have PPID 1.</a:t>
            </a:r>
          </a:p>
        </p:txBody>
      </p:sp>
    </p:spTree>
    <p:extLst>
      <p:ext uri="{BB962C8B-B14F-4D97-AF65-F5344CB8AC3E}">
        <p14:creationId xmlns:p14="http://schemas.microsoft.com/office/powerpoint/2010/main" val="17644819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504103-D75C-4F56-90A8-339D9FFE8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EDF3FA"/>
                </a:solidFill>
              </a:defRPr>
            </a:defPPr>
            <a:lvl1pPr>
              <a:defRPr sz="3225" b="1">
                <a:solidFill>
                  <a:srgbClr val="EDF3FA"/>
                </a:solidFill>
              </a:defRPr>
            </a:lvl1pPr>
            <a:lvl2pPr>
              <a:defRPr sz="3225" b="1">
                <a:solidFill>
                  <a:srgbClr val="EDF3FA"/>
                </a:solidFill>
              </a:defRPr>
            </a:lvl2pPr>
            <a:lvl3pPr>
              <a:defRPr sz="3225" b="1">
                <a:solidFill>
                  <a:srgbClr val="EDF3FA"/>
                </a:solidFill>
              </a:defRPr>
            </a:lvl3pPr>
            <a:lvl4pPr>
              <a:defRPr sz="3225" b="1">
                <a:solidFill>
                  <a:srgbClr val="EDF3FA"/>
                </a:solidFill>
              </a:defRPr>
            </a:lvl4pPr>
            <a:lvl5pPr>
              <a:defRPr sz="3225" b="1">
                <a:solidFill>
                  <a:srgbClr val="EDF3FA"/>
                </a:solidFill>
              </a:defRPr>
            </a:lvl5pPr>
            <a:lvl6pPr>
              <a:defRPr sz="3225" b="1">
                <a:solidFill>
                  <a:srgbClr val="EDF3FA"/>
                </a:solidFill>
              </a:defRPr>
            </a:lvl6pPr>
            <a:lvl7pPr>
              <a:defRPr sz="3225" b="1">
                <a:solidFill>
                  <a:srgbClr val="EDF3FA"/>
                </a:solidFill>
              </a:defRPr>
            </a:lvl7pPr>
            <a:lvl8pPr>
              <a:defRPr sz="3225" b="1">
                <a:solidFill>
                  <a:srgbClr val="EDF3FA"/>
                </a:solidFill>
              </a:defRPr>
            </a:lvl8pPr>
            <a:lvl9pPr>
              <a:defRPr sz="3225" b="1">
                <a:solidFill>
                  <a:srgbClr val="EDF3FA"/>
                </a:solidFill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EDF3FA"/>
                </a:solidFill>
              </a:defRPr>
            </a:pPr>
            <a:r>
              <a:rPr sz="3225" b="1">
                <a:solidFill>
                  <a:srgbClr val="EDF3FA"/>
                </a:solidFill>
              </a:rPr>
              <a:t>Project objectives and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296D86-3ECB-40EC-B929-900E448A8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AFBED1"/>
                </a:solidFill>
              </a:defRPr>
            </a:defPPr>
            <a:lvl1pPr>
              <a:defRPr sz="1350" b="0">
                <a:solidFill>
                  <a:srgbClr val="AFBED1"/>
                </a:solidFill>
              </a:defRPr>
            </a:lvl1pPr>
            <a:lvl2pPr>
              <a:defRPr sz="1350" b="0">
                <a:solidFill>
                  <a:srgbClr val="AFBED1"/>
                </a:solidFill>
              </a:defRPr>
            </a:lvl2pPr>
            <a:lvl3pPr>
              <a:defRPr sz="1350" b="0">
                <a:solidFill>
                  <a:srgbClr val="AFBED1"/>
                </a:solidFill>
              </a:defRPr>
            </a:lvl3pPr>
            <a:lvl4pPr>
              <a:defRPr sz="1350" b="0">
                <a:solidFill>
                  <a:srgbClr val="AFBED1"/>
                </a:solidFill>
              </a:defRPr>
            </a:lvl4pPr>
            <a:lvl5pPr>
              <a:defRPr sz="1350" b="0">
                <a:solidFill>
                  <a:srgbClr val="AFBED1"/>
                </a:solidFill>
              </a:defRPr>
            </a:lvl5pPr>
            <a:lvl6pPr>
              <a:defRPr sz="1350" b="0">
                <a:solidFill>
                  <a:srgbClr val="AFBED1"/>
                </a:solidFill>
              </a:defRPr>
            </a:lvl6pPr>
            <a:lvl7pPr>
              <a:defRPr sz="1350" b="0">
                <a:solidFill>
                  <a:srgbClr val="AFBED1"/>
                </a:solidFill>
              </a:defRPr>
            </a:lvl7pPr>
            <a:lvl8pPr>
              <a:defRPr sz="1350" b="0">
                <a:solidFill>
                  <a:srgbClr val="AFBED1"/>
                </a:solidFill>
              </a:defRPr>
            </a:lvl8pPr>
            <a:lvl9pPr>
              <a:defRPr sz="1350" b="0">
                <a:solidFill>
                  <a:srgbClr val="AFBED1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FBED1"/>
                </a:solidFill>
              </a:defRPr>
            </a:pPr>
            <a:r>
              <a:rPr sz="1350" b="0">
                <a:solidFill>
                  <a:srgbClr val="AFBED1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7AB689-2ADD-4195-8ECD-5C0A6C667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54D9E8"/>
                </a:solidFill>
              </a:defRPr>
            </a:defPPr>
            <a:lvl1pPr>
              <a:defRPr sz="2250" b="1">
                <a:solidFill>
                  <a:srgbClr val="54D9E8"/>
                </a:solidFill>
              </a:defRPr>
            </a:lvl1pPr>
            <a:lvl2pPr>
              <a:defRPr sz="2250" b="1">
                <a:solidFill>
                  <a:srgbClr val="54D9E8"/>
                </a:solidFill>
              </a:defRPr>
            </a:lvl2pPr>
            <a:lvl3pPr>
              <a:defRPr sz="2250" b="1">
                <a:solidFill>
                  <a:srgbClr val="54D9E8"/>
                </a:solidFill>
              </a:defRPr>
            </a:lvl3pPr>
            <a:lvl4pPr>
              <a:defRPr sz="2250" b="1">
                <a:solidFill>
                  <a:srgbClr val="54D9E8"/>
                </a:solidFill>
              </a:defRPr>
            </a:lvl4pPr>
            <a:lvl5pPr>
              <a:defRPr sz="2250" b="1">
                <a:solidFill>
                  <a:srgbClr val="54D9E8"/>
                </a:solidFill>
              </a:defRPr>
            </a:lvl5pPr>
            <a:lvl6pPr>
              <a:defRPr sz="2250" b="1">
                <a:solidFill>
                  <a:srgbClr val="54D9E8"/>
                </a:solidFill>
              </a:defRPr>
            </a:lvl6pPr>
            <a:lvl7pPr>
              <a:defRPr sz="2250" b="1">
                <a:solidFill>
                  <a:srgbClr val="54D9E8"/>
                </a:solidFill>
              </a:defRPr>
            </a:lvl7pPr>
            <a:lvl8pPr>
              <a:defRPr sz="2250" b="1">
                <a:solidFill>
                  <a:srgbClr val="54D9E8"/>
                </a:solidFill>
              </a:defRPr>
            </a:lvl8pPr>
            <a:lvl9pPr>
              <a:defRPr sz="2250" b="1">
                <a:solidFill>
                  <a:srgbClr val="54D9E8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54D9E8"/>
                </a:solidFill>
              </a:defRPr>
            </a:pPr>
            <a:r>
              <a:rPr sz="2250" b="1">
                <a:solidFill>
                  <a:srgbClr val="54D9E8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5DADA5-AEB7-4424-9329-AB95020C4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EDF3FA"/>
                </a:solidFill>
              </a:defRPr>
            </a:defPPr>
            <a:lvl1pPr>
              <a:defRPr sz="2100" b="1">
                <a:solidFill>
                  <a:srgbClr val="EDF3FA"/>
                </a:solidFill>
              </a:defRPr>
            </a:lvl1pPr>
            <a:lvl2pPr>
              <a:defRPr sz="2100" b="1">
                <a:solidFill>
                  <a:srgbClr val="EDF3FA"/>
                </a:solidFill>
              </a:defRPr>
            </a:lvl2pPr>
            <a:lvl3pPr>
              <a:defRPr sz="2100" b="1">
                <a:solidFill>
                  <a:srgbClr val="EDF3FA"/>
                </a:solidFill>
              </a:defRPr>
            </a:lvl3pPr>
            <a:lvl4pPr>
              <a:defRPr sz="2100" b="1">
                <a:solidFill>
                  <a:srgbClr val="EDF3FA"/>
                </a:solidFill>
              </a:defRPr>
            </a:lvl4pPr>
            <a:lvl5pPr>
              <a:defRPr sz="2100" b="1">
                <a:solidFill>
                  <a:srgbClr val="EDF3FA"/>
                </a:solidFill>
              </a:defRPr>
            </a:lvl5pPr>
            <a:lvl6pPr>
              <a:defRPr sz="2100" b="1">
                <a:solidFill>
                  <a:srgbClr val="EDF3FA"/>
                </a:solidFill>
              </a:defRPr>
            </a:lvl6pPr>
            <a:lvl7pPr>
              <a:defRPr sz="2100" b="1">
                <a:solidFill>
                  <a:srgbClr val="EDF3FA"/>
                </a:solidFill>
              </a:defRPr>
            </a:lvl7pPr>
            <a:lvl8pPr>
              <a:defRPr sz="2100" b="1">
                <a:solidFill>
                  <a:srgbClr val="EDF3FA"/>
                </a:solidFill>
              </a:defRPr>
            </a:lvl8pPr>
            <a:lvl9pPr>
              <a:defRPr sz="2100" b="1">
                <a:solidFill>
                  <a:srgbClr val="EDF3FA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EDF3FA"/>
                </a:solidFill>
              </a:defRPr>
            </a:pPr>
            <a:r>
              <a:rPr sz="2100" b="1">
                <a:solidFill>
                  <a:srgbClr val="EDF3FA"/>
                </a:solidFill>
              </a:rPr>
              <a:t>C11 process engine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5DC971-87D2-4391-9EF6-F1EEB4073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95475"/>
            <a:ext cx="9525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AFBED1"/>
                </a:solidFill>
              </a:defRPr>
            </a:defPPr>
            <a:lvl1pPr>
              <a:defRPr sz="1800" b="0">
                <a:solidFill>
                  <a:srgbClr val="AFBED1"/>
                </a:solidFill>
              </a:defRPr>
            </a:lvl1pPr>
            <a:lvl2pPr>
              <a:defRPr sz="1800" b="0">
                <a:solidFill>
                  <a:srgbClr val="AFBED1"/>
                </a:solidFill>
              </a:defRPr>
            </a:lvl2pPr>
            <a:lvl3pPr>
              <a:defRPr sz="1800" b="0">
                <a:solidFill>
                  <a:srgbClr val="AFBED1"/>
                </a:solidFill>
              </a:defRPr>
            </a:lvl3pPr>
            <a:lvl4pPr>
              <a:defRPr sz="1800" b="0">
                <a:solidFill>
                  <a:srgbClr val="AFBED1"/>
                </a:solidFill>
              </a:defRPr>
            </a:lvl4pPr>
            <a:lvl5pPr>
              <a:defRPr sz="1800" b="0">
                <a:solidFill>
                  <a:srgbClr val="AFBED1"/>
                </a:solidFill>
              </a:defRPr>
            </a:lvl5pPr>
            <a:lvl6pPr>
              <a:defRPr sz="1800" b="0">
                <a:solidFill>
                  <a:srgbClr val="AFBED1"/>
                </a:solidFill>
              </a:defRPr>
            </a:lvl6pPr>
            <a:lvl7pPr>
              <a:defRPr sz="1800" b="0">
                <a:solidFill>
                  <a:srgbClr val="AFBED1"/>
                </a:solidFill>
              </a:defRPr>
            </a:lvl7pPr>
            <a:lvl8pPr>
              <a:defRPr sz="1800" b="0">
                <a:solidFill>
                  <a:srgbClr val="AFBED1"/>
                </a:solidFill>
              </a:defRPr>
            </a:lvl8pPr>
            <a:lvl9pPr>
              <a:defRPr sz="1800" b="0">
                <a:solidFill>
                  <a:srgbClr val="AFBED1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AFBED1"/>
                </a:solidFill>
              </a:defRPr>
            </a:pPr>
            <a:r>
              <a:rPr sz="1800" b="0">
                <a:solidFill>
                  <a:srgbClr val="AFBED1"/>
                </a:solidFill>
              </a:rPr>
              <a:t>Scan Linux /proc directly and produce a terminal table or JSON.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CF2E40-629C-4CF3-97ED-5927D8D86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697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54D9E8"/>
                </a:solidFill>
              </a:defRPr>
            </a:defPPr>
            <a:lvl1pPr>
              <a:defRPr sz="2250" b="1">
                <a:solidFill>
                  <a:srgbClr val="54D9E8"/>
                </a:solidFill>
              </a:defRPr>
            </a:lvl1pPr>
            <a:lvl2pPr>
              <a:defRPr sz="2250" b="1">
                <a:solidFill>
                  <a:srgbClr val="54D9E8"/>
                </a:solidFill>
              </a:defRPr>
            </a:lvl2pPr>
            <a:lvl3pPr>
              <a:defRPr sz="2250" b="1">
                <a:solidFill>
                  <a:srgbClr val="54D9E8"/>
                </a:solidFill>
              </a:defRPr>
            </a:lvl3pPr>
            <a:lvl4pPr>
              <a:defRPr sz="2250" b="1">
                <a:solidFill>
                  <a:srgbClr val="54D9E8"/>
                </a:solidFill>
              </a:defRPr>
            </a:lvl4pPr>
            <a:lvl5pPr>
              <a:defRPr sz="2250" b="1">
                <a:solidFill>
                  <a:srgbClr val="54D9E8"/>
                </a:solidFill>
              </a:defRPr>
            </a:lvl5pPr>
            <a:lvl6pPr>
              <a:defRPr sz="2250" b="1">
                <a:solidFill>
                  <a:srgbClr val="54D9E8"/>
                </a:solidFill>
              </a:defRPr>
            </a:lvl6pPr>
            <a:lvl7pPr>
              <a:defRPr sz="2250" b="1">
                <a:solidFill>
                  <a:srgbClr val="54D9E8"/>
                </a:solidFill>
              </a:defRPr>
            </a:lvl7pPr>
            <a:lvl8pPr>
              <a:defRPr sz="2250" b="1">
                <a:solidFill>
                  <a:srgbClr val="54D9E8"/>
                </a:solidFill>
              </a:defRPr>
            </a:lvl8pPr>
            <a:lvl9pPr>
              <a:defRPr sz="2250" b="1">
                <a:solidFill>
                  <a:srgbClr val="54D9E8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54D9E8"/>
                </a:solidFill>
              </a:defRPr>
            </a:pPr>
            <a:r>
              <a:rPr sz="2250" b="1">
                <a:solidFill>
                  <a:srgbClr val="54D9E8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03092A-062B-4A05-8978-8439E8EB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38400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EDF3FA"/>
                </a:solidFill>
              </a:defRPr>
            </a:defPPr>
            <a:lvl1pPr>
              <a:defRPr sz="2100" b="1">
                <a:solidFill>
                  <a:srgbClr val="EDF3FA"/>
                </a:solidFill>
              </a:defRPr>
            </a:lvl1pPr>
            <a:lvl2pPr>
              <a:defRPr sz="2100" b="1">
                <a:solidFill>
                  <a:srgbClr val="EDF3FA"/>
                </a:solidFill>
              </a:defRPr>
            </a:lvl2pPr>
            <a:lvl3pPr>
              <a:defRPr sz="2100" b="1">
                <a:solidFill>
                  <a:srgbClr val="EDF3FA"/>
                </a:solidFill>
              </a:defRPr>
            </a:lvl3pPr>
            <a:lvl4pPr>
              <a:defRPr sz="2100" b="1">
                <a:solidFill>
                  <a:srgbClr val="EDF3FA"/>
                </a:solidFill>
              </a:defRPr>
            </a:lvl4pPr>
            <a:lvl5pPr>
              <a:defRPr sz="2100" b="1">
                <a:solidFill>
                  <a:srgbClr val="EDF3FA"/>
                </a:solidFill>
              </a:defRPr>
            </a:lvl5pPr>
            <a:lvl6pPr>
              <a:defRPr sz="2100" b="1">
                <a:solidFill>
                  <a:srgbClr val="EDF3FA"/>
                </a:solidFill>
              </a:defRPr>
            </a:lvl6pPr>
            <a:lvl7pPr>
              <a:defRPr sz="2100" b="1">
                <a:solidFill>
                  <a:srgbClr val="EDF3FA"/>
                </a:solidFill>
              </a:defRPr>
            </a:lvl7pPr>
            <a:lvl8pPr>
              <a:defRPr sz="2100" b="1">
                <a:solidFill>
                  <a:srgbClr val="EDF3FA"/>
                </a:solidFill>
              </a:defRPr>
            </a:lvl8pPr>
            <a:lvl9pPr>
              <a:defRPr sz="2100" b="1">
                <a:solidFill>
                  <a:srgbClr val="EDF3FA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EDF3FA"/>
                </a:solidFill>
              </a:defRPr>
            </a:pPr>
            <a:r>
              <a:rPr sz="2100" b="1">
                <a:solidFill>
                  <a:srgbClr val="EDF3FA"/>
                </a:solidFill>
              </a:rPr>
              <a:t>Resilient parsing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C9C70A-D0AB-4D53-8787-3B2711331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09875"/>
            <a:ext cx="9525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AFBED1"/>
                </a:solidFill>
              </a:defRPr>
            </a:defPPr>
            <a:lvl1pPr>
              <a:defRPr sz="1800" b="0">
                <a:solidFill>
                  <a:srgbClr val="AFBED1"/>
                </a:solidFill>
              </a:defRPr>
            </a:lvl1pPr>
            <a:lvl2pPr>
              <a:defRPr sz="1800" b="0">
                <a:solidFill>
                  <a:srgbClr val="AFBED1"/>
                </a:solidFill>
              </a:defRPr>
            </a:lvl2pPr>
            <a:lvl3pPr>
              <a:defRPr sz="1800" b="0">
                <a:solidFill>
                  <a:srgbClr val="AFBED1"/>
                </a:solidFill>
              </a:defRPr>
            </a:lvl3pPr>
            <a:lvl4pPr>
              <a:defRPr sz="1800" b="0">
                <a:solidFill>
                  <a:srgbClr val="AFBED1"/>
                </a:solidFill>
              </a:defRPr>
            </a:lvl4pPr>
            <a:lvl5pPr>
              <a:defRPr sz="1800" b="0">
                <a:solidFill>
                  <a:srgbClr val="AFBED1"/>
                </a:solidFill>
              </a:defRPr>
            </a:lvl5pPr>
            <a:lvl6pPr>
              <a:defRPr sz="1800" b="0">
                <a:solidFill>
                  <a:srgbClr val="AFBED1"/>
                </a:solidFill>
              </a:defRPr>
            </a:lvl6pPr>
            <a:lvl7pPr>
              <a:defRPr sz="1800" b="0">
                <a:solidFill>
                  <a:srgbClr val="AFBED1"/>
                </a:solidFill>
              </a:defRPr>
            </a:lvl7pPr>
            <a:lvl8pPr>
              <a:defRPr sz="1800" b="0">
                <a:solidFill>
                  <a:srgbClr val="AFBED1"/>
                </a:solidFill>
              </a:defRPr>
            </a:lvl8pPr>
            <a:lvl9pPr>
              <a:defRPr sz="1800" b="0">
                <a:solidFill>
                  <a:srgbClr val="AFBED1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AFBED1"/>
                </a:solidFill>
              </a:defRPr>
            </a:pPr>
            <a:r>
              <a:rPr sz="1800" b="0">
                <a:solidFill>
                  <a:srgbClr val="AFBED1"/>
                </a:solidFill>
              </a:rPr>
              <a:t>Handle process names containing spaces and parentheses.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84200D-8E82-40F8-AC94-EEE89CE50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54D9E8"/>
                </a:solidFill>
              </a:defRPr>
            </a:defPPr>
            <a:lvl1pPr>
              <a:defRPr sz="2250" b="1">
                <a:solidFill>
                  <a:srgbClr val="54D9E8"/>
                </a:solidFill>
              </a:defRPr>
            </a:lvl1pPr>
            <a:lvl2pPr>
              <a:defRPr sz="2250" b="1">
                <a:solidFill>
                  <a:srgbClr val="54D9E8"/>
                </a:solidFill>
              </a:defRPr>
            </a:lvl2pPr>
            <a:lvl3pPr>
              <a:defRPr sz="2250" b="1">
                <a:solidFill>
                  <a:srgbClr val="54D9E8"/>
                </a:solidFill>
              </a:defRPr>
            </a:lvl3pPr>
            <a:lvl4pPr>
              <a:defRPr sz="2250" b="1">
                <a:solidFill>
                  <a:srgbClr val="54D9E8"/>
                </a:solidFill>
              </a:defRPr>
            </a:lvl4pPr>
            <a:lvl5pPr>
              <a:defRPr sz="2250" b="1">
                <a:solidFill>
                  <a:srgbClr val="54D9E8"/>
                </a:solidFill>
              </a:defRPr>
            </a:lvl5pPr>
            <a:lvl6pPr>
              <a:defRPr sz="2250" b="1">
                <a:solidFill>
                  <a:srgbClr val="54D9E8"/>
                </a:solidFill>
              </a:defRPr>
            </a:lvl6pPr>
            <a:lvl7pPr>
              <a:defRPr sz="2250" b="1">
                <a:solidFill>
                  <a:srgbClr val="54D9E8"/>
                </a:solidFill>
              </a:defRPr>
            </a:lvl7pPr>
            <a:lvl8pPr>
              <a:defRPr sz="2250" b="1">
                <a:solidFill>
                  <a:srgbClr val="54D9E8"/>
                </a:solidFill>
              </a:defRPr>
            </a:lvl8pPr>
            <a:lvl9pPr>
              <a:defRPr sz="2250" b="1">
                <a:solidFill>
                  <a:srgbClr val="54D9E8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54D9E8"/>
                </a:solidFill>
              </a:defRPr>
            </a:pPr>
            <a:r>
              <a:rPr sz="2250" b="1">
                <a:solidFill>
                  <a:srgbClr val="54D9E8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898EB3-345B-4DF2-AE22-E20443BBE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52800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EDF3FA"/>
                </a:solidFill>
              </a:defRPr>
            </a:defPPr>
            <a:lvl1pPr>
              <a:defRPr sz="2100" b="1">
                <a:solidFill>
                  <a:srgbClr val="EDF3FA"/>
                </a:solidFill>
              </a:defRPr>
            </a:lvl1pPr>
            <a:lvl2pPr>
              <a:defRPr sz="2100" b="1">
                <a:solidFill>
                  <a:srgbClr val="EDF3FA"/>
                </a:solidFill>
              </a:defRPr>
            </a:lvl2pPr>
            <a:lvl3pPr>
              <a:defRPr sz="2100" b="1">
                <a:solidFill>
                  <a:srgbClr val="EDF3FA"/>
                </a:solidFill>
              </a:defRPr>
            </a:lvl3pPr>
            <a:lvl4pPr>
              <a:defRPr sz="2100" b="1">
                <a:solidFill>
                  <a:srgbClr val="EDF3FA"/>
                </a:solidFill>
              </a:defRPr>
            </a:lvl4pPr>
            <a:lvl5pPr>
              <a:defRPr sz="2100" b="1">
                <a:solidFill>
                  <a:srgbClr val="EDF3FA"/>
                </a:solidFill>
              </a:defRPr>
            </a:lvl5pPr>
            <a:lvl6pPr>
              <a:defRPr sz="2100" b="1">
                <a:solidFill>
                  <a:srgbClr val="EDF3FA"/>
                </a:solidFill>
              </a:defRPr>
            </a:lvl6pPr>
            <a:lvl7pPr>
              <a:defRPr sz="2100" b="1">
                <a:solidFill>
                  <a:srgbClr val="EDF3FA"/>
                </a:solidFill>
              </a:defRPr>
            </a:lvl7pPr>
            <a:lvl8pPr>
              <a:defRPr sz="2100" b="1">
                <a:solidFill>
                  <a:srgbClr val="EDF3FA"/>
                </a:solidFill>
              </a:defRPr>
            </a:lvl8pPr>
            <a:lvl9pPr>
              <a:defRPr sz="2100" b="1">
                <a:solidFill>
                  <a:srgbClr val="EDF3FA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EDF3FA"/>
                </a:solidFill>
              </a:defRPr>
            </a:pPr>
            <a:r>
              <a:rPr sz="2100" b="1">
                <a:solidFill>
                  <a:srgbClr val="EDF3FA"/>
                </a:solidFill>
              </a:rPr>
              <a:t>Honest classification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41DEA4-952C-4B34-A8C1-4A2CCF6C4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24275"/>
            <a:ext cx="9525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AFBED1"/>
                </a:solidFill>
              </a:defRPr>
            </a:defPPr>
            <a:lvl1pPr>
              <a:defRPr sz="1800" b="0">
                <a:solidFill>
                  <a:srgbClr val="AFBED1"/>
                </a:solidFill>
              </a:defRPr>
            </a:lvl1pPr>
            <a:lvl2pPr>
              <a:defRPr sz="1800" b="0">
                <a:solidFill>
                  <a:srgbClr val="AFBED1"/>
                </a:solidFill>
              </a:defRPr>
            </a:lvl2pPr>
            <a:lvl3pPr>
              <a:defRPr sz="1800" b="0">
                <a:solidFill>
                  <a:srgbClr val="AFBED1"/>
                </a:solidFill>
              </a:defRPr>
            </a:lvl3pPr>
            <a:lvl4pPr>
              <a:defRPr sz="1800" b="0">
                <a:solidFill>
                  <a:srgbClr val="AFBED1"/>
                </a:solidFill>
              </a:defRPr>
            </a:lvl4pPr>
            <a:lvl5pPr>
              <a:defRPr sz="1800" b="0">
                <a:solidFill>
                  <a:srgbClr val="AFBED1"/>
                </a:solidFill>
              </a:defRPr>
            </a:lvl5pPr>
            <a:lvl6pPr>
              <a:defRPr sz="1800" b="0">
                <a:solidFill>
                  <a:srgbClr val="AFBED1"/>
                </a:solidFill>
              </a:defRPr>
            </a:lvl6pPr>
            <a:lvl7pPr>
              <a:defRPr sz="1800" b="0">
                <a:solidFill>
                  <a:srgbClr val="AFBED1"/>
                </a:solidFill>
              </a:defRPr>
            </a:lvl7pPr>
            <a:lvl8pPr>
              <a:defRPr sz="1800" b="0">
                <a:solidFill>
                  <a:srgbClr val="AFBED1"/>
                </a:solidFill>
              </a:defRPr>
            </a:lvl8pPr>
            <a:lvl9pPr>
              <a:defRPr sz="1800" b="0">
                <a:solidFill>
                  <a:srgbClr val="AFBED1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AFBED1"/>
                </a:solidFill>
              </a:defRPr>
            </a:pPr>
            <a:r>
              <a:rPr sz="1800" b="0">
                <a:solidFill>
                  <a:srgbClr val="AFBED1"/>
                </a:solidFill>
              </a:rPr>
              <a:t>Confirm State Z. Label PPID 1 entries as adopted_candidate.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570F74-39FD-417F-8049-B7E7FE4D8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54D9E8"/>
                </a:solidFill>
              </a:defRPr>
            </a:defPPr>
            <a:lvl1pPr>
              <a:defRPr sz="2250" b="1">
                <a:solidFill>
                  <a:srgbClr val="54D9E8"/>
                </a:solidFill>
              </a:defRPr>
            </a:lvl1pPr>
            <a:lvl2pPr>
              <a:defRPr sz="2250" b="1">
                <a:solidFill>
                  <a:srgbClr val="54D9E8"/>
                </a:solidFill>
              </a:defRPr>
            </a:lvl2pPr>
            <a:lvl3pPr>
              <a:defRPr sz="2250" b="1">
                <a:solidFill>
                  <a:srgbClr val="54D9E8"/>
                </a:solidFill>
              </a:defRPr>
            </a:lvl3pPr>
            <a:lvl4pPr>
              <a:defRPr sz="2250" b="1">
                <a:solidFill>
                  <a:srgbClr val="54D9E8"/>
                </a:solidFill>
              </a:defRPr>
            </a:lvl4pPr>
            <a:lvl5pPr>
              <a:defRPr sz="2250" b="1">
                <a:solidFill>
                  <a:srgbClr val="54D9E8"/>
                </a:solidFill>
              </a:defRPr>
            </a:lvl5pPr>
            <a:lvl6pPr>
              <a:defRPr sz="2250" b="1">
                <a:solidFill>
                  <a:srgbClr val="54D9E8"/>
                </a:solidFill>
              </a:defRPr>
            </a:lvl6pPr>
            <a:lvl7pPr>
              <a:defRPr sz="2250" b="1">
                <a:solidFill>
                  <a:srgbClr val="54D9E8"/>
                </a:solidFill>
              </a:defRPr>
            </a:lvl7pPr>
            <a:lvl8pPr>
              <a:defRPr sz="2250" b="1">
                <a:solidFill>
                  <a:srgbClr val="54D9E8"/>
                </a:solidFill>
              </a:defRPr>
            </a:lvl8pPr>
            <a:lvl9pPr>
              <a:defRPr sz="2250" b="1">
                <a:solidFill>
                  <a:srgbClr val="54D9E8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54D9E8"/>
                </a:solidFill>
              </a:defRPr>
            </a:pPr>
            <a:r>
              <a:rPr sz="2250" b="1">
                <a:solidFill>
                  <a:srgbClr val="54D9E8"/>
                </a:solidFill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6EBC04-EC9C-43F4-AA4C-BF558AC5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67200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EDF3FA"/>
                </a:solidFill>
              </a:defRPr>
            </a:defPPr>
            <a:lvl1pPr>
              <a:defRPr sz="2100" b="1">
                <a:solidFill>
                  <a:srgbClr val="EDF3FA"/>
                </a:solidFill>
              </a:defRPr>
            </a:lvl1pPr>
            <a:lvl2pPr>
              <a:defRPr sz="2100" b="1">
                <a:solidFill>
                  <a:srgbClr val="EDF3FA"/>
                </a:solidFill>
              </a:defRPr>
            </a:lvl2pPr>
            <a:lvl3pPr>
              <a:defRPr sz="2100" b="1">
                <a:solidFill>
                  <a:srgbClr val="EDF3FA"/>
                </a:solidFill>
              </a:defRPr>
            </a:lvl3pPr>
            <a:lvl4pPr>
              <a:defRPr sz="2100" b="1">
                <a:solidFill>
                  <a:srgbClr val="EDF3FA"/>
                </a:solidFill>
              </a:defRPr>
            </a:lvl4pPr>
            <a:lvl5pPr>
              <a:defRPr sz="2100" b="1">
                <a:solidFill>
                  <a:srgbClr val="EDF3FA"/>
                </a:solidFill>
              </a:defRPr>
            </a:lvl5pPr>
            <a:lvl6pPr>
              <a:defRPr sz="2100" b="1">
                <a:solidFill>
                  <a:srgbClr val="EDF3FA"/>
                </a:solidFill>
              </a:defRPr>
            </a:lvl6pPr>
            <a:lvl7pPr>
              <a:defRPr sz="2100" b="1">
                <a:solidFill>
                  <a:srgbClr val="EDF3FA"/>
                </a:solidFill>
              </a:defRPr>
            </a:lvl7pPr>
            <a:lvl8pPr>
              <a:defRPr sz="2100" b="1">
                <a:solidFill>
                  <a:srgbClr val="EDF3FA"/>
                </a:solidFill>
              </a:defRPr>
            </a:lvl8pPr>
            <a:lvl9pPr>
              <a:defRPr sz="2100" b="1">
                <a:solidFill>
                  <a:srgbClr val="EDF3FA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EDF3FA"/>
                </a:solidFill>
              </a:defRPr>
            </a:pPr>
            <a:r>
              <a:rPr sz="2100" b="1">
                <a:solidFill>
                  <a:srgbClr val="EDF3FA"/>
                </a:solidFill>
              </a:rPr>
              <a:t>Controlled fixtures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53CC5E-662D-4465-A157-418234733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38675"/>
            <a:ext cx="9525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AFBED1"/>
                </a:solidFill>
              </a:defRPr>
            </a:defPPr>
            <a:lvl1pPr>
              <a:defRPr sz="1800" b="0">
                <a:solidFill>
                  <a:srgbClr val="AFBED1"/>
                </a:solidFill>
              </a:defRPr>
            </a:lvl1pPr>
            <a:lvl2pPr>
              <a:defRPr sz="1800" b="0">
                <a:solidFill>
                  <a:srgbClr val="AFBED1"/>
                </a:solidFill>
              </a:defRPr>
            </a:lvl2pPr>
            <a:lvl3pPr>
              <a:defRPr sz="1800" b="0">
                <a:solidFill>
                  <a:srgbClr val="AFBED1"/>
                </a:solidFill>
              </a:defRPr>
            </a:lvl3pPr>
            <a:lvl4pPr>
              <a:defRPr sz="1800" b="0">
                <a:solidFill>
                  <a:srgbClr val="AFBED1"/>
                </a:solidFill>
              </a:defRPr>
            </a:lvl4pPr>
            <a:lvl5pPr>
              <a:defRPr sz="1800" b="0">
                <a:solidFill>
                  <a:srgbClr val="AFBED1"/>
                </a:solidFill>
              </a:defRPr>
            </a:lvl5pPr>
            <a:lvl6pPr>
              <a:defRPr sz="1800" b="0">
                <a:solidFill>
                  <a:srgbClr val="AFBED1"/>
                </a:solidFill>
              </a:defRPr>
            </a:lvl6pPr>
            <a:lvl7pPr>
              <a:defRPr sz="1800" b="0">
                <a:solidFill>
                  <a:srgbClr val="AFBED1"/>
                </a:solidFill>
              </a:defRPr>
            </a:lvl7pPr>
            <a:lvl8pPr>
              <a:defRPr sz="1800" b="0">
                <a:solidFill>
                  <a:srgbClr val="AFBED1"/>
                </a:solidFill>
              </a:defRPr>
            </a:lvl8pPr>
            <a:lvl9pPr>
              <a:defRPr sz="1800" b="0">
                <a:solidFill>
                  <a:srgbClr val="AFBED1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AFBED1"/>
                </a:solidFill>
              </a:defRPr>
            </a:pPr>
            <a:r>
              <a:rPr sz="1800" b="0">
                <a:solidFill>
                  <a:srgbClr val="AFBED1"/>
                </a:solidFill>
              </a:rPr>
              <a:t>Recreate and resolve zombies and orphans with bounded C demos.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6F74D6-678F-46CA-BC77-14B05C19F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017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54D9E8"/>
                </a:solidFill>
              </a:defRPr>
            </a:defPPr>
            <a:lvl1pPr>
              <a:defRPr sz="2250" b="1">
                <a:solidFill>
                  <a:srgbClr val="54D9E8"/>
                </a:solidFill>
              </a:defRPr>
            </a:lvl1pPr>
            <a:lvl2pPr>
              <a:defRPr sz="2250" b="1">
                <a:solidFill>
                  <a:srgbClr val="54D9E8"/>
                </a:solidFill>
              </a:defRPr>
            </a:lvl2pPr>
            <a:lvl3pPr>
              <a:defRPr sz="2250" b="1">
                <a:solidFill>
                  <a:srgbClr val="54D9E8"/>
                </a:solidFill>
              </a:defRPr>
            </a:lvl3pPr>
            <a:lvl4pPr>
              <a:defRPr sz="2250" b="1">
                <a:solidFill>
                  <a:srgbClr val="54D9E8"/>
                </a:solidFill>
              </a:defRPr>
            </a:lvl4pPr>
            <a:lvl5pPr>
              <a:defRPr sz="2250" b="1">
                <a:solidFill>
                  <a:srgbClr val="54D9E8"/>
                </a:solidFill>
              </a:defRPr>
            </a:lvl5pPr>
            <a:lvl6pPr>
              <a:defRPr sz="2250" b="1">
                <a:solidFill>
                  <a:srgbClr val="54D9E8"/>
                </a:solidFill>
              </a:defRPr>
            </a:lvl6pPr>
            <a:lvl7pPr>
              <a:defRPr sz="2250" b="1">
                <a:solidFill>
                  <a:srgbClr val="54D9E8"/>
                </a:solidFill>
              </a:defRPr>
            </a:lvl7pPr>
            <a:lvl8pPr>
              <a:defRPr sz="2250" b="1">
                <a:solidFill>
                  <a:srgbClr val="54D9E8"/>
                </a:solidFill>
              </a:defRPr>
            </a:lvl8pPr>
            <a:lvl9pPr>
              <a:defRPr sz="2250" b="1">
                <a:solidFill>
                  <a:srgbClr val="54D9E8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54D9E8"/>
                </a:solidFill>
              </a:defRPr>
            </a:pPr>
            <a:r>
              <a:rPr sz="2250" b="1">
                <a:solidFill>
                  <a:srgbClr val="54D9E8"/>
                </a:solidFill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B9DA01-388D-4EFB-9B80-3252ED947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81600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EDF3FA"/>
                </a:solidFill>
              </a:defRPr>
            </a:defPPr>
            <a:lvl1pPr>
              <a:defRPr sz="2100" b="1">
                <a:solidFill>
                  <a:srgbClr val="EDF3FA"/>
                </a:solidFill>
              </a:defRPr>
            </a:lvl1pPr>
            <a:lvl2pPr>
              <a:defRPr sz="2100" b="1">
                <a:solidFill>
                  <a:srgbClr val="EDF3FA"/>
                </a:solidFill>
              </a:defRPr>
            </a:lvl2pPr>
            <a:lvl3pPr>
              <a:defRPr sz="2100" b="1">
                <a:solidFill>
                  <a:srgbClr val="EDF3FA"/>
                </a:solidFill>
              </a:defRPr>
            </a:lvl3pPr>
            <a:lvl4pPr>
              <a:defRPr sz="2100" b="1">
                <a:solidFill>
                  <a:srgbClr val="EDF3FA"/>
                </a:solidFill>
              </a:defRPr>
            </a:lvl4pPr>
            <a:lvl5pPr>
              <a:defRPr sz="2100" b="1">
                <a:solidFill>
                  <a:srgbClr val="EDF3FA"/>
                </a:solidFill>
              </a:defRPr>
            </a:lvl5pPr>
            <a:lvl6pPr>
              <a:defRPr sz="2100" b="1">
                <a:solidFill>
                  <a:srgbClr val="EDF3FA"/>
                </a:solidFill>
              </a:defRPr>
            </a:lvl6pPr>
            <a:lvl7pPr>
              <a:defRPr sz="2100" b="1">
                <a:solidFill>
                  <a:srgbClr val="EDF3FA"/>
                </a:solidFill>
              </a:defRPr>
            </a:lvl7pPr>
            <a:lvl8pPr>
              <a:defRPr sz="2100" b="1">
                <a:solidFill>
                  <a:srgbClr val="EDF3FA"/>
                </a:solidFill>
              </a:defRPr>
            </a:lvl8pPr>
            <a:lvl9pPr>
              <a:defRPr sz="2100" b="1">
                <a:solidFill>
                  <a:srgbClr val="EDF3FA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EDF3FA"/>
                </a:solidFill>
              </a:defRPr>
            </a:pPr>
            <a:r>
              <a:rPr sz="2100" b="1">
                <a:solidFill>
                  <a:srgbClr val="EDF3FA"/>
                </a:solidFill>
              </a:rPr>
              <a:t>Local dashboard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3B9CA8-DE72-4DEF-9741-03D6F74B8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53075"/>
            <a:ext cx="9525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AFBED1"/>
                </a:solidFill>
              </a:defRPr>
            </a:defPPr>
            <a:lvl1pPr>
              <a:defRPr sz="1800" b="0">
                <a:solidFill>
                  <a:srgbClr val="AFBED1"/>
                </a:solidFill>
              </a:defRPr>
            </a:lvl1pPr>
            <a:lvl2pPr>
              <a:defRPr sz="1800" b="0">
                <a:solidFill>
                  <a:srgbClr val="AFBED1"/>
                </a:solidFill>
              </a:defRPr>
            </a:lvl2pPr>
            <a:lvl3pPr>
              <a:defRPr sz="1800" b="0">
                <a:solidFill>
                  <a:srgbClr val="AFBED1"/>
                </a:solidFill>
              </a:defRPr>
            </a:lvl3pPr>
            <a:lvl4pPr>
              <a:defRPr sz="1800" b="0">
                <a:solidFill>
                  <a:srgbClr val="AFBED1"/>
                </a:solidFill>
              </a:defRPr>
            </a:lvl4pPr>
            <a:lvl5pPr>
              <a:defRPr sz="1800" b="0">
                <a:solidFill>
                  <a:srgbClr val="AFBED1"/>
                </a:solidFill>
              </a:defRPr>
            </a:lvl5pPr>
            <a:lvl6pPr>
              <a:defRPr sz="1800" b="0">
                <a:solidFill>
                  <a:srgbClr val="AFBED1"/>
                </a:solidFill>
              </a:defRPr>
            </a:lvl6pPr>
            <a:lvl7pPr>
              <a:defRPr sz="1800" b="0">
                <a:solidFill>
                  <a:srgbClr val="AFBED1"/>
                </a:solidFill>
              </a:defRPr>
            </a:lvl7pPr>
            <a:lvl8pPr>
              <a:defRPr sz="1800" b="0">
                <a:solidFill>
                  <a:srgbClr val="AFBED1"/>
                </a:solidFill>
              </a:defRPr>
            </a:lvl8pPr>
            <a:lvl9pPr>
              <a:defRPr sz="1800" b="0">
                <a:solidFill>
                  <a:srgbClr val="AFBED1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AFBED1"/>
                </a:solidFill>
              </a:defRPr>
            </a:pPr>
            <a:r>
              <a:rPr sz="1800" b="0">
                <a:solidFill>
                  <a:srgbClr val="AFBED1"/>
                </a:solidFill>
              </a:rPr>
              <a:t>Auto-refreshing dark navy interface with no external runtime dependencies.</a:t>
            </a:r>
          </a:p>
        </p:txBody>
      </p:sp>
    </p:spTree>
    <p:extLst>
      <p:ext uri="{BB962C8B-B14F-4D97-AF65-F5344CB8AC3E}">
        <p14:creationId xmlns:p14="http://schemas.microsoft.com/office/powerpoint/2010/main" val="13464538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6AB51B-9DB1-43F9-9D23-D9276A83A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EDF3FA"/>
                </a:solidFill>
              </a:defRPr>
            </a:defPPr>
            <a:lvl1pPr>
              <a:defRPr sz="3225" b="1">
                <a:solidFill>
                  <a:srgbClr val="EDF3FA"/>
                </a:solidFill>
              </a:defRPr>
            </a:lvl1pPr>
            <a:lvl2pPr>
              <a:defRPr sz="3225" b="1">
                <a:solidFill>
                  <a:srgbClr val="EDF3FA"/>
                </a:solidFill>
              </a:defRPr>
            </a:lvl2pPr>
            <a:lvl3pPr>
              <a:defRPr sz="3225" b="1">
                <a:solidFill>
                  <a:srgbClr val="EDF3FA"/>
                </a:solidFill>
              </a:defRPr>
            </a:lvl3pPr>
            <a:lvl4pPr>
              <a:defRPr sz="3225" b="1">
                <a:solidFill>
                  <a:srgbClr val="EDF3FA"/>
                </a:solidFill>
              </a:defRPr>
            </a:lvl4pPr>
            <a:lvl5pPr>
              <a:defRPr sz="3225" b="1">
                <a:solidFill>
                  <a:srgbClr val="EDF3FA"/>
                </a:solidFill>
              </a:defRPr>
            </a:lvl5pPr>
            <a:lvl6pPr>
              <a:defRPr sz="3225" b="1">
                <a:solidFill>
                  <a:srgbClr val="EDF3FA"/>
                </a:solidFill>
              </a:defRPr>
            </a:lvl6pPr>
            <a:lvl7pPr>
              <a:defRPr sz="3225" b="1">
                <a:solidFill>
                  <a:srgbClr val="EDF3FA"/>
                </a:solidFill>
              </a:defRPr>
            </a:lvl7pPr>
            <a:lvl8pPr>
              <a:defRPr sz="3225" b="1">
                <a:solidFill>
                  <a:srgbClr val="EDF3FA"/>
                </a:solidFill>
              </a:defRPr>
            </a:lvl8pPr>
            <a:lvl9pPr>
              <a:defRPr sz="3225" b="1">
                <a:solidFill>
                  <a:srgbClr val="EDF3FA"/>
                </a:solidFill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EDF3FA"/>
                </a:solidFill>
              </a:defRPr>
            </a:pPr>
            <a:r>
              <a:rPr sz="3225" b="1">
                <a:solidFill>
                  <a:srgbClr val="EDF3FA"/>
                </a:solidFill>
              </a:rPr>
              <a:t>Conventional tools and ProcessScope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767397-A7EE-4096-B934-AB7A56A5F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AFBED1"/>
                </a:solidFill>
              </a:defRPr>
            </a:defPPr>
            <a:lvl1pPr>
              <a:defRPr sz="1350" b="0">
                <a:solidFill>
                  <a:srgbClr val="AFBED1"/>
                </a:solidFill>
              </a:defRPr>
            </a:lvl1pPr>
            <a:lvl2pPr>
              <a:defRPr sz="1350" b="0">
                <a:solidFill>
                  <a:srgbClr val="AFBED1"/>
                </a:solidFill>
              </a:defRPr>
            </a:lvl2pPr>
            <a:lvl3pPr>
              <a:defRPr sz="1350" b="0">
                <a:solidFill>
                  <a:srgbClr val="AFBED1"/>
                </a:solidFill>
              </a:defRPr>
            </a:lvl3pPr>
            <a:lvl4pPr>
              <a:defRPr sz="1350" b="0">
                <a:solidFill>
                  <a:srgbClr val="AFBED1"/>
                </a:solidFill>
              </a:defRPr>
            </a:lvl4pPr>
            <a:lvl5pPr>
              <a:defRPr sz="1350" b="0">
                <a:solidFill>
                  <a:srgbClr val="AFBED1"/>
                </a:solidFill>
              </a:defRPr>
            </a:lvl5pPr>
            <a:lvl6pPr>
              <a:defRPr sz="1350" b="0">
                <a:solidFill>
                  <a:srgbClr val="AFBED1"/>
                </a:solidFill>
              </a:defRPr>
            </a:lvl6pPr>
            <a:lvl7pPr>
              <a:defRPr sz="1350" b="0">
                <a:solidFill>
                  <a:srgbClr val="AFBED1"/>
                </a:solidFill>
              </a:defRPr>
            </a:lvl7pPr>
            <a:lvl8pPr>
              <a:defRPr sz="1350" b="0">
                <a:solidFill>
                  <a:srgbClr val="AFBED1"/>
                </a:solidFill>
              </a:defRPr>
            </a:lvl8pPr>
            <a:lvl9pPr>
              <a:defRPr sz="1350" b="0">
                <a:solidFill>
                  <a:srgbClr val="AFBED1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FBED1"/>
                </a:solidFill>
              </a:defRPr>
            </a:pPr>
            <a:r>
              <a:rPr sz="1350" b="0">
                <a:solidFill>
                  <a:srgbClr val="AFBED1"/>
                </a:solidFill>
              </a:rPr>
              <a:t>04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E1713C-E763-4316-B519-29CA02E6FB6A}"/>
              </a:ext>
            </a:extLst>
          </p:cNvPr>
          <p:cNvGraphicFramePr/>
          <p:nvPr/>
        </p:nvGraphicFramePr>
        <p:xfrm>
          <a:off xmlns:a="http://schemas.openxmlformats.org/drawingml/2006/main" x="609600" y="1581150"/>
          <a:ext xmlns:a="http://schemas.openxmlformats.org/drawingml/2006/main" cx="10972800" cy="42576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52625"/>
                <a:gridCol w="4381500"/>
                <a:gridCol w="4638675"/>
              </a:tblGrid>
              <a:tr h="70961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54D9E8"/>
                          </a:solidFill>
                        </a:rPr>
                        <a:t>Aspect</a:t>
                      </a:r>
                    </a:p>
                  </a:txBody>
                  <a:tcPr marL="91440" marR="91440" marT="45720" marB="45720">
                    <a:solidFill>
                      <a:srgbClr val="16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54D9E8"/>
                          </a:solidFill>
                        </a:rPr>
                        <a:t>Conventional tools / scripts</a:t>
                      </a:r>
                    </a:p>
                  </a:txBody>
                  <a:tcPr marL="91440" marR="91440" marT="45720" marB="45720">
                    <a:solidFill>
                      <a:srgbClr val="1633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54D9E8"/>
                          </a:solidFill>
                        </a:rPr>
                        <a:t>ProcessScope</a:t>
                      </a:r>
                    </a:p>
                  </a:txBody>
                  <a:tcPr marL="91440" marR="91440" marT="45720" marB="45720">
                    <a:solidFill>
                      <a:srgbClr val="163348"/>
                    </a:solidFill>
                  </a:tcPr>
                </a:tc>
              </a:tr>
              <a:tr h="7096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DF3FA"/>
                          </a:solidFill>
                        </a:rPr>
                        <a:t>Parsing</a:t>
                      </a:r>
                    </a:p>
                  </a:txBody>
                  <a:tcPr marL="91440" marR="91440" marT="45720" marB="45720">
                    <a:solidFill>
                      <a:srgbClr val="101B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DF3FA"/>
                          </a:solidFill>
                        </a:rPr>
                        <a:t>Naive custom scripts can misparse stat</a:t>
                      </a:r>
                    </a:p>
                  </a:txBody>
                  <a:tcPr marL="91440" marR="91440" marT="45720" marB="45720">
                    <a:solidFill>
                      <a:srgbClr val="101B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DF3FA"/>
                          </a:solidFill>
                        </a:rPr>
                        <a:t>Rightmost parenthesis delimiter</a:t>
                      </a:r>
                    </a:p>
                  </a:txBody>
                  <a:tcPr marL="91440" marR="91440" marT="45720" marB="45720">
                    <a:solidFill>
                      <a:srgbClr val="101B29"/>
                    </a:solidFill>
                  </a:tcPr>
                </a:tc>
              </a:tr>
              <a:tr h="7096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DF3FA"/>
                          </a:solidFill>
                        </a:rPr>
                        <a:t>Zombie alerts</a:t>
                      </a:r>
                    </a:p>
                  </a:txBody>
                  <a:tcPr marL="91440" marR="91440" marT="45720" marB="45720">
                    <a:solidFill>
                      <a:srgbClr val="0C15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DF3FA"/>
                          </a:solidFill>
                        </a:rPr>
                        <a:t>ps / top show state and counts</a:t>
                      </a:r>
                    </a:p>
                  </a:txBody>
                  <a:tcPr marL="91440" marR="91440" marT="45720" marB="45720">
                    <a:solidFill>
                      <a:srgbClr val="0C15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DF3FA"/>
                          </a:solidFill>
                        </a:rPr>
                        <a:t>Focused banner and metric</a:t>
                      </a:r>
                    </a:p>
                  </a:txBody>
                  <a:tcPr marL="91440" marR="91440" marT="45720" marB="45720">
                    <a:solidFill>
                      <a:srgbClr val="0C1521"/>
                    </a:solidFill>
                  </a:tcPr>
                </a:tc>
              </a:tr>
              <a:tr h="7096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DF3FA"/>
                          </a:solidFill>
                        </a:rPr>
                        <a:t>Orphan semantics</a:t>
                      </a:r>
                    </a:p>
                  </a:txBody>
                  <a:tcPr marL="91440" marR="91440" marT="45720" marB="45720">
                    <a:solidFill>
                      <a:srgbClr val="101B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DF3FA"/>
                          </a:solidFill>
                        </a:rPr>
                        <a:t>PPID alone does not establish history</a:t>
                      </a:r>
                    </a:p>
                  </a:txBody>
                  <a:tcPr marL="91440" marR="91440" marT="45720" marB="45720">
                    <a:solidFill>
                      <a:srgbClr val="101B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DF3FA"/>
                          </a:solidFill>
                        </a:rPr>
                        <a:t>adopted_candidate + verified demo</a:t>
                      </a:r>
                    </a:p>
                  </a:txBody>
                  <a:tcPr marL="91440" marR="91440" marT="45720" marB="45720">
                    <a:solidFill>
                      <a:srgbClr val="101B29"/>
                    </a:solidFill>
                  </a:tcPr>
                </a:tc>
              </a:tr>
              <a:tr h="7096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DF3FA"/>
                          </a:solidFill>
                        </a:rPr>
                        <a:t>Demonstration</a:t>
                      </a:r>
                    </a:p>
                  </a:txBody>
                  <a:tcPr marL="91440" marR="91440" marT="45720" marB="45720">
                    <a:solidFill>
                      <a:srgbClr val="0C15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DF3FA"/>
                          </a:solidFill>
                        </a:rPr>
                        <a:t>Often requires manual setup</a:t>
                      </a:r>
                    </a:p>
                  </a:txBody>
                  <a:tcPr marL="91440" marR="91440" marT="45720" marB="45720">
                    <a:solidFill>
                      <a:srgbClr val="0C15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DF3FA"/>
                          </a:solidFill>
                        </a:rPr>
                        <a:t>Bounded, self-cleaning C fixtures</a:t>
                      </a:r>
                    </a:p>
                  </a:txBody>
                  <a:tcPr marL="91440" marR="91440" marT="45720" marB="45720">
                    <a:solidFill>
                      <a:srgbClr val="0C1521"/>
                    </a:solidFill>
                  </a:tcPr>
                </a:tc>
              </a:tr>
              <a:tr h="7096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DF3FA"/>
                          </a:solidFill>
                        </a:rPr>
                        <a:t>Interface</a:t>
                      </a:r>
                    </a:p>
                  </a:txBody>
                  <a:tcPr marL="91440" marR="91440" marT="45720" marB="45720">
                    <a:solidFill>
                      <a:srgbClr val="101B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DF3FA"/>
                          </a:solidFill>
                        </a:rPr>
                        <a:t>Terminal inspection</a:t>
                      </a:r>
                    </a:p>
                  </a:txBody>
                  <a:tcPr marL="91440" marR="91440" marT="45720" marB="45720">
                    <a:solidFill>
                      <a:srgbClr val="101B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DF3FA"/>
                          </a:solidFill>
                        </a:rPr>
                        <a:t>Terminal table + web dashboard</a:t>
                      </a:r>
                    </a:p>
                  </a:txBody>
                  <a:tcPr marL="91440" marR="91440" marT="45720" marB="45720">
                    <a:solidFill>
                      <a:srgbClr val="101B2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47552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5BC717-E595-4688-AB4F-D4D795F7B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EDF3FA"/>
                </a:solidFill>
              </a:defRPr>
            </a:defPPr>
            <a:lvl1pPr>
              <a:defRPr sz="3225" b="1">
                <a:solidFill>
                  <a:srgbClr val="EDF3FA"/>
                </a:solidFill>
              </a:defRPr>
            </a:lvl1pPr>
            <a:lvl2pPr>
              <a:defRPr sz="3225" b="1">
                <a:solidFill>
                  <a:srgbClr val="EDF3FA"/>
                </a:solidFill>
              </a:defRPr>
            </a:lvl2pPr>
            <a:lvl3pPr>
              <a:defRPr sz="3225" b="1">
                <a:solidFill>
                  <a:srgbClr val="EDF3FA"/>
                </a:solidFill>
              </a:defRPr>
            </a:lvl3pPr>
            <a:lvl4pPr>
              <a:defRPr sz="3225" b="1">
                <a:solidFill>
                  <a:srgbClr val="EDF3FA"/>
                </a:solidFill>
              </a:defRPr>
            </a:lvl4pPr>
            <a:lvl5pPr>
              <a:defRPr sz="3225" b="1">
                <a:solidFill>
                  <a:srgbClr val="EDF3FA"/>
                </a:solidFill>
              </a:defRPr>
            </a:lvl5pPr>
            <a:lvl6pPr>
              <a:defRPr sz="3225" b="1">
                <a:solidFill>
                  <a:srgbClr val="EDF3FA"/>
                </a:solidFill>
              </a:defRPr>
            </a:lvl6pPr>
            <a:lvl7pPr>
              <a:defRPr sz="3225" b="1">
                <a:solidFill>
                  <a:srgbClr val="EDF3FA"/>
                </a:solidFill>
              </a:defRPr>
            </a:lvl7pPr>
            <a:lvl8pPr>
              <a:defRPr sz="3225" b="1">
                <a:solidFill>
                  <a:srgbClr val="EDF3FA"/>
                </a:solidFill>
              </a:defRPr>
            </a:lvl8pPr>
            <a:lvl9pPr>
              <a:defRPr sz="3225" b="1">
                <a:solidFill>
                  <a:srgbClr val="EDF3FA"/>
                </a:solidFill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EDF3FA"/>
                </a:solidFill>
              </a:defRPr>
            </a:pPr>
            <a:r>
              <a:rPr sz="3225" b="1">
                <a:solidFill>
                  <a:srgbClr val="EDF3FA"/>
                </a:solidFill>
              </a:rPr>
              <a:t>System architecture and data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191B50-E722-4D3E-BC56-0A1431132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AFBED1"/>
                </a:solidFill>
              </a:defRPr>
            </a:defPPr>
            <a:lvl1pPr>
              <a:defRPr sz="1350" b="0">
                <a:solidFill>
                  <a:srgbClr val="AFBED1"/>
                </a:solidFill>
              </a:defRPr>
            </a:lvl1pPr>
            <a:lvl2pPr>
              <a:defRPr sz="1350" b="0">
                <a:solidFill>
                  <a:srgbClr val="AFBED1"/>
                </a:solidFill>
              </a:defRPr>
            </a:lvl2pPr>
            <a:lvl3pPr>
              <a:defRPr sz="1350" b="0">
                <a:solidFill>
                  <a:srgbClr val="AFBED1"/>
                </a:solidFill>
              </a:defRPr>
            </a:lvl3pPr>
            <a:lvl4pPr>
              <a:defRPr sz="1350" b="0">
                <a:solidFill>
                  <a:srgbClr val="AFBED1"/>
                </a:solidFill>
              </a:defRPr>
            </a:lvl4pPr>
            <a:lvl5pPr>
              <a:defRPr sz="1350" b="0">
                <a:solidFill>
                  <a:srgbClr val="AFBED1"/>
                </a:solidFill>
              </a:defRPr>
            </a:lvl5pPr>
            <a:lvl6pPr>
              <a:defRPr sz="1350" b="0">
                <a:solidFill>
                  <a:srgbClr val="AFBED1"/>
                </a:solidFill>
              </a:defRPr>
            </a:lvl6pPr>
            <a:lvl7pPr>
              <a:defRPr sz="1350" b="0">
                <a:solidFill>
                  <a:srgbClr val="AFBED1"/>
                </a:solidFill>
              </a:defRPr>
            </a:lvl7pPr>
            <a:lvl8pPr>
              <a:defRPr sz="1350" b="0">
                <a:solidFill>
                  <a:srgbClr val="AFBED1"/>
                </a:solidFill>
              </a:defRPr>
            </a:lvl8pPr>
            <a:lvl9pPr>
              <a:defRPr sz="1350" b="0">
                <a:solidFill>
                  <a:srgbClr val="AFBED1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FBED1"/>
                </a:solidFill>
              </a:defRPr>
            </a:pPr>
            <a:r>
              <a:rPr sz="1350" b="0">
                <a:solidFill>
                  <a:srgbClr val="AFBED1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A9B4C9-89E2-4A92-8D24-FA48420A9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3619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233"/>
          </a:solidFill>
          <a:ln xmlns:a="http://schemas.openxmlformats.org/drawingml/2006/main" w="14288">
            <a:solidFill>
              <a:srgbClr val="54D9E8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725">
                <a:solidFill>
                  <a:srgbClr val="EDF3FA"/>
                </a:solidFill>
              </a:defRPr>
            </a:defPPr>
            <a:lvl1pPr algn="ctr">
              <a:defRPr sz="1725">
                <a:solidFill>
                  <a:srgbClr val="EDF3FA"/>
                </a:solidFill>
              </a:defRPr>
            </a:lvl1pPr>
            <a:lvl2pPr algn="ctr">
              <a:defRPr sz="1725">
                <a:solidFill>
                  <a:srgbClr val="EDF3FA"/>
                </a:solidFill>
              </a:defRPr>
            </a:lvl2pPr>
            <a:lvl3pPr algn="ctr">
              <a:defRPr sz="1725">
                <a:solidFill>
                  <a:srgbClr val="EDF3FA"/>
                </a:solidFill>
              </a:defRPr>
            </a:lvl3pPr>
            <a:lvl4pPr algn="ctr">
              <a:defRPr sz="1725">
                <a:solidFill>
                  <a:srgbClr val="EDF3FA"/>
                </a:solidFill>
              </a:defRPr>
            </a:lvl4pPr>
            <a:lvl5pPr algn="ctr">
              <a:defRPr sz="1725">
                <a:solidFill>
                  <a:srgbClr val="EDF3FA"/>
                </a:solidFill>
              </a:defRPr>
            </a:lvl5pPr>
            <a:lvl6pPr algn="ctr">
              <a:defRPr sz="1725">
                <a:solidFill>
                  <a:srgbClr val="EDF3FA"/>
                </a:solidFill>
              </a:defRPr>
            </a:lvl6pPr>
            <a:lvl7pPr algn="ctr">
              <a:defRPr sz="1725">
                <a:solidFill>
                  <a:srgbClr val="EDF3FA"/>
                </a:solidFill>
              </a:defRPr>
            </a:lvl7pPr>
            <a:lvl8pPr algn="ctr">
              <a:defRPr sz="1725">
                <a:solidFill>
                  <a:srgbClr val="EDF3FA"/>
                </a:solidFill>
              </a:defRPr>
            </a:lvl8pPr>
            <a:lvl9pPr algn="ctr">
              <a:defRPr sz="1725">
                <a:solidFill>
                  <a:srgbClr val="EDF3FA"/>
                </a:solidFill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EDF3FA"/>
                </a:solidFill>
              </a:defRPr>
            </a:pPr>
            <a:r>
              <a:rPr sz="1725">
                <a:solidFill>
                  <a:srgbClr val="EDF3FA"/>
                </a:solidFill>
              </a:rPr>
              <a:t>Controlled C fixtures</a:t>
            </a:r>
          </a:p>
          <a:p xmlns:a="http://schemas.openxmlformats.org/drawingml/2006/main">
            <a:pPr algn="ctr">
              <a:defRPr sz="1725">
                <a:solidFill>
                  <a:srgbClr val="EDF3FA"/>
                </a:solidFill>
              </a:defRPr>
            </a:pPr>
            <a:r>
              <a:rPr sz="1725">
                <a:solidFill>
                  <a:srgbClr val="EDF3FA"/>
                </a:solidFill>
              </a:rPr>
              <a:t>zombie_demo / orphan_demo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E22504-375C-433A-B3E7-60E17BD9B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466975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54D9E8"/>
                </a:solidFill>
              </a:defRPr>
            </a:defPPr>
            <a:lvl1pPr>
              <a:defRPr sz="2250" b="1">
                <a:solidFill>
                  <a:srgbClr val="54D9E8"/>
                </a:solidFill>
              </a:defRPr>
            </a:lvl1pPr>
            <a:lvl2pPr>
              <a:defRPr sz="2250" b="1">
                <a:solidFill>
                  <a:srgbClr val="54D9E8"/>
                </a:solidFill>
              </a:defRPr>
            </a:lvl2pPr>
            <a:lvl3pPr>
              <a:defRPr sz="2250" b="1">
                <a:solidFill>
                  <a:srgbClr val="54D9E8"/>
                </a:solidFill>
              </a:defRPr>
            </a:lvl3pPr>
            <a:lvl4pPr>
              <a:defRPr sz="2250" b="1">
                <a:solidFill>
                  <a:srgbClr val="54D9E8"/>
                </a:solidFill>
              </a:defRPr>
            </a:lvl4pPr>
            <a:lvl5pPr>
              <a:defRPr sz="2250" b="1">
                <a:solidFill>
                  <a:srgbClr val="54D9E8"/>
                </a:solidFill>
              </a:defRPr>
            </a:lvl5pPr>
            <a:lvl6pPr>
              <a:defRPr sz="2250" b="1">
                <a:solidFill>
                  <a:srgbClr val="54D9E8"/>
                </a:solidFill>
              </a:defRPr>
            </a:lvl6pPr>
            <a:lvl7pPr>
              <a:defRPr sz="2250" b="1">
                <a:solidFill>
                  <a:srgbClr val="54D9E8"/>
                </a:solidFill>
              </a:defRPr>
            </a:lvl7pPr>
            <a:lvl8pPr>
              <a:defRPr sz="2250" b="1">
                <a:solidFill>
                  <a:srgbClr val="54D9E8"/>
                </a:solidFill>
              </a:defRPr>
            </a:lvl8pPr>
            <a:lvl9pPr>
              <a:defRPr sz="2250" b="1">
                <a:solidFill>
                  <a:srgbClr val="54D9E8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54D9E8"/>
                </a:solidFill>
              </a:defRPr>
            </a:pPr>
            <a:r>
              <a:rPr sz="2250" b="1">
                <a:solidFill>
                  <a:srgbClr val="54D9E8"/>
                </a:solidFill>
              </a:rPr>
              <a:t>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21EC96-6499-43B8-ACF7-F543DE8F0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3619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233"/>
          </a:solidFill>
          <a:ln xmlns:a="http://schemas.openxmlformats.org/drawingml/2006/main" w="14288">
            <a:solidFill>
              <a:srgbClr val="54D9E8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725">
                <a:solidFill>
                  <a:srgbClr val="EDF3FA"/>
                </a:solidFill>
              </a:defRPr>
            </a:defPPr>
            <a:lvl1pPr algn="ctr">
              <a:defRPr sz="1725">
                <a:solidFill>
                  <a:srgbClr val="EDF3FA"/>
                </a:solidFill>
              </a:defRPr>
            </a:lvl1pPr>
            <a:lvl2pPr algn="ctr">
              <a:defRPr sz="1725">
                <a:solidFill>
                  <a:srgbClr val="EDF3FA"/>
                </a:solidFill>
              </a:defRPr>
            </a:lvl2pPr>
            <a:lvl3pPr algn="ctr">
              <a:defRPr sz="1725">
                <a:solidFill>
                  <a:srgbClr val="EDF3FA"/>
                </a:solidFill>
              </a:defRPr>
            </a:lvl3pPr>
            <a:lvl4pPr algn="ctr">
              <a:defRPr sz="1725">
                <a:solidFill>
                  <a:srgbClr val="EDF3FA"/>
                </a:solidFill>
              </a:defRPr>
            </a:lvl4pPr>
            <a:lvl5pPr algn="ctr">
              <a:defRPr sz="1725">
                <a:solidFill>
                  <a:srgbClr val="EDF3FA"/>
                </a:solidFill>
              </a:defRPr>
            </a:lvl5pPr>
            <a:lvl6pPr algn="ctr">
              <a:defRPr sz="1725">
                <a:solidFill>
                  <a:srgbClr val="EDF3FA"/>
                </a:solidFill>
              </a:defRPr>
            </a:lvl6pPr>
            <a:lvl7pPr algn="ctr">
              <a:defRPr sz="1725">
                <a:solidFill>
                  <a:srgbClr val="EDF3FA"/>
                </a:solidFill>
              </a:defRPr>
            </a:lvl7pPr>
            <a:lvl8pPr algn="ctr">
              <a:defRPr sz="1725">
                <a:solidFill>
                  <a:srgbClr val="EDF3FA"/>
                </a:solidFill>
              </a:defRPr>
            </a:lvl8pPr>
            <a:lvl9pPr algn="ctr">
              <a:defRPr sz="1725">
                <a:solidFill>
                  <a:srgbClr val="EDF3FA"/>
                </a:solidFill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EDF3FA"/>
                </a:solidFill>
              </a:defRPr>
            </a:pPr>
            <a:r>
              <a:rPr sz="1725">
                <a:solidFill>
                  <a:srgbClr val="EDF3FA"/>
                </a:solidFill>
              </a:rPr>
              <a:t>Linux /proc/[pid]/stat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D7FAE6-77D8-4AC6-8753-1A1C9D2E4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571875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54D9E8"/>
                </a:solidFill>
              </a:defRPr>
            </a:defPPr>
            <a:lvl1pPr>
              <a:defRPr sz="2250" b="1">
                <a:solidFill>
                  <a:srgbClr val="54D9E8"/>
                </a:solidFill>
              </a:defRPr>
            </a:lvl1pPr>
            <a:lvl2pPr>
              <a:defRPr sz="2250" b="1">
                <a:solidFill>
                  <a:srgbClr val="54D9E8"/>
                </a:solidFill>
              </a:defRPr>
            </a:lvl2pPr>
            <a:lvl3pPr>
              <a:defRPr sz="2250" b="1">
                <a:solidFill>
                  <a:srgbClr val="54D9E8"/>
                </a:solidFill>
              </a:defRPr>
            </a:lvl3pPr>
            <a:lvl4pPr>
              <a:defRPr sz="2250" b="1">
                <a:solidFill>
                  <a:srgbClr val="54D9E8"/>
                </a:solidFill>
              </a:defRPr>
            </a:lvl4pPr>
            <a:lvl5pPr>
              <a:defRPr sz="2250" b="1">
                <a:solidFill>
                  <a:srgbClr val="54D9E8"/>
                </a:solidFill>
              </a:defRPr>
            </a:lvl5pPr>
            <a:lvl6pPr>
              <a:defRPr sz="2250" b="1">
                <a:solidFill>
                  <a:srgbClr val="54D9E8"/>
                </a:solidFill>
              </a:defRPr>
            </a:lvl6pPr>
            <a:lvl7pPr>
              <a:defRPr sz="2250" b="1">
                <a:solidFill>
                  <a:srgbClr val="54D9E8"/>
                </a:solidFill>
              </a:defRPr>
            </a:lvl7pPr>
            <a:lvl8pPr>
              <a:defRPr sz="2250" b="1">
                <a:solidFill>
                  <a:srgbClr val="54D9E8"/>
                </a:solidFill>
              </a:defRPr>
            </a:lvl8pPr>
            <a:lvl9pPr>
              <a:defRPr sz="2250" b="1">
                <a:solidFill>
                  <a:srgbClr val="54D9E8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54D9E8"/>
                </a:solidFill>
              </a:defRPr>
            </a:pPr>
            <a:r>
              <a:rPr sz="2250" b="1">
                <a:solidFill>
                  <a:srgbClr val="54D9E8"/>
                </a:solidFill>
              </a:rPr>
              <a:t>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78C791-8BCB-4070-931C-2D100DA89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3619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233"/>
          </a:solidFill>
          <a:ln xmlns:a="http://schemas.openxmlformats.org/drawingml/2006/main" w="14288">
            <a:solidFill>
              <a:srgbClr val="54D9E8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725">
                <a:solidFill>
                  <a:srgbClr val="EDF3FA"/>
                </a:solidFill>
              </a:defRPr>
            </a:defPPr>
            <a:lvl1pPr algn="ctr">
              <a:defRPr sz="1725">
                <a:solidFill>
                  <a:srgbClr val="EDF3FA"/>
                </a:solidFill>
              </a:defRPr>
            </a:lvl1pPr>
            <a:lvl2pPr algn="ctr">
              <a:defRPr sz="1725">
                <a:solidFill>
                  <a:srgbClr val="EDF3FA"/>
                </a:solidFill>
              </a:defRPr>
            </a:lvl2pPr>
            <a:lvl3pPr algn="ctr">
              <a:defRPr sz="1725">
                <a:solidFill>
                  <a:srgbClr val="EDF3FA"/>
                </a:solidFill>
              </a:defRPr>
            </a:lvl3pPr>
            <a:lvl4pPr algn="ctr">
              <a:defRPr sz="1725">
                <a:solidFill>
                  <a:srgbClr val="EDF3FA"/>
                </a:solidFill>
              </a:defRPr>
            </a:lvl4pPr>
            <a:lvl5pPr algn="ctr">
              <a:defRPr sz="1725">
                <a:solidFill>
                  <a:srgbClr val="EDF3FA"/>
                </a:solidFill>
              </a:defRPr>
            </a:lvl5pPr>
            <a:lvl6pPr algn="ctr">
              <a:defRPr sz="1725">
                <a:solidFill>
                  <a:srgbClr val="EDF3FA"/>
                </a:solidFill>
              </a:defRPr>
            </a:lvl6pPr>
            <a:lvl7pPr algn="ctr">
              <a:defRPr sz="1725">
                <a:solidFill>
                  <a:srgbClr val="EDF3FA"/>
                </a:solidFill>
              </a:defRPr>
            </a:lvl7pPr>
            <a:lvl8pPr algn="ctr">
              <a:defRPr sz="1725">
                <a:solidFill>
                  <a:srgbClr val="EDF3FA"/>
                </a:solidFill>
              </a:defRPr>
            </a:lvl8pPr>
            <a:lvl9pPr algn="ctr">
              <a:defRPr sz="1725">
                <a:solidFill>
                  <a:srgbClr val="EDF3FA"/>
                </a:solidFill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EDF3FA"/>
                </a:solidFill>
              </a:defRPr>
            </a:pPr>
            <a:r>
              <a:rPr sz="1725">
                <a:solidFill>
                  <a:srgbClr val="EDF3FA"/>
                </a:solidFill>
              </a:rPr>
              <a:t>C11 scanner</a:t>
            </a:r>
          </a:p>
          <a:p xmlns:a="http://schemas.openxmlformats.org/drawingml/2006/main">
            <a:pPr algn="ctr">
              <a:defRPr sz="1725">
                <a:solidFill>
                  <a:srgbClr val="EDF3FA"/>
                </a:solidFill>
              </a:defRPr>
            </a:pPr>
            <a:r>
              <a:rPr sz="1725">
                <a:solidFill>
                  <a:srgbClr val="EDF3FA"/>
                </a:solidFill>
              </a:rPr>
              <a:t>Traverse → parse → classify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61D41F-121A-4BE9-9A6A-C7621188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924425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54D9E8"/>
                </a:solidFill>
              </a:defRPr>
            </a:defPPr>
            <a:lvl1pPr>
              <a:defRPr sz="2250" b="1">
                <a:solidFill>
                  <a:srgbClr val="54D9E8"/>
                </a:solidFill>
              </a:defRPr>
            </a:lvl1pPr>
            <a:lvl2pPr>
              <a:defRPr sz="2250" b="1">
                <a:solidFill>
                  <a:srgbClr val="54D9E8"/>
                </a:solidFill>
              </a:defRPr>
            </a:lvl2pPr>
            <a:lvl3pPr>
              <a:defRPr sz="2250" b="1">
                <a:solidFill>
                  <a:srgbClr val="54D9E8"/>
                </a:solidFill>
              </a:defRPr>
            </a:lvl3pPr>
            <a:lvl4pPr>
              <a:defRPr sz="2250" b="1">
                <a:solidFill>
                  <a:srgbClr val="54D9E8"/>
                </a:solidFill>
              </a:defRPr>
            </a:lvl4pPr>
            <a:lvl5pPr>
              <a:defRPr sz="2250" b="1">
                <a:solidFill>
                  <a:srgbClr val="54D9E8"/>
                </a:solidFill>
              </a:defRPr>
            </a:lvl5pPr>
            <a:lvl6pPr>
              <a:defRPr sz="2250" b="1">
                <a:solidFill>
                  <a:srgbClr val="54D9E8"/>
                </a:solidFill>
              </a:defRPr>
            </a:lvl6pPr>
            <a:lvl7pPr>
              <a:defRPr sz="2250" b="1">
                <a:solidFill>
                  <a:srgbClr val="54D9E8"/>
                </a:solidFill>
              </a:defRPr>
            </a:lvl7pPr>
            <a:lvl8pPr>
              <a:defRPr sz="2250" b="1">
                <a:solidFill>
                  <a:srgbClr val="54D9E8"/>
                </a:solidFill>
              </a:defRPr>
            </a:lvl8pPr>
            <a:lvl9pPr>
              <a:defRPr sz="2250" b="1">
                <a:solidFill>
                  <a:srgbClr val="54D9E8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54D9E8"/>
                </a:solidFill>
              </a:defRPr>
            </a:pPr>
            <a:r>
              <a:rPr sz="2250" b="1">
                <a:solidFill>
                  <a:srgbClr val="54D9E8"/>
                </a:solidFill>
              </a:rPr>
              <a:t>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D8643C-8C66-4FB8-B819-D9E41908D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62575"/>
            <a:ext cx="3619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233"/>
          </a:solidFill>
          <a:ln xmlns:a="http://schemas.openxmlformats.org/drawingml/2006/main" w="14288">
            <a:solidFill>
              <a:srgbClr val="54D9E8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725">
                <a:solidFill>
                  <a:srgbClr val="EDF3FA"/>
                </a:solidFill>
              </a:defRPr>
            </a:defPPr>
            <a:lvl1pPr algn="ctr">
              <a:defRPr sz="1725">
                <a:solidFill>
                  <a:srgbClr val="EDF3FA"/>
                </a:solidFill>
              </a:defRPr>
            </a:lvl1pPr>
            <a:lvl2pPr algn="ctr">
              <a:defRPr sz="1725">
                <a:solidFill>
                  <a:srgbClr val="EDF3FA"/>
                </a:solidFill>
              </a:defRPr>
            </a:lvl2pPr>
            <a:lvl3pPr algn="ctr">
              <a:defRPr sz="1725">
                <a:solidFill>
                  <a:srgbClr val="EDF3FA"/>
                </a:solidFill>
              </a:defRPr>
            </a:lvl3pPr>
            <a:lvl4pPr algn="ctr">
              <a:defRPr sz="1725">
                <a:solidFill>
                  <a:srgbClr val="EDF3FA"/>
                </a:solidFill>
              </a:defRPr>
            </a:lvl4pPr>
            <a:lvl5pPr algn="ctr">
              <a:defRPr sz="1725">
                <a:solidFill>
                  <a:srgbClr val="EDF3FA"/>
                </a:solidFill>
              </a:defRPr>
            </a:lvl5pPr>
            <a:lvl6pPr algn="ctr">
              <a:defRPr sz="1725">
                <a:solidFill>
                  <a:srgbClr val="EDF3FA"/>
                </a:solidFill>
              </a:defRPr>
            </a:lvl6pPr>
            <a:lvl7pPr algn="ctr">
              <a:defRPr sz="1725">
                <a:solidFill>
                  <a:srgbClr val="EDF3FA"/>
                </a:solidFill>
              </a:defRPr>
            </a:lvl7pPr>
            <a:lvl8pPr algn="ctr">
              <a:defRPr sz="1725">
                <a:solidFill>
                  <a:srgbClr val="EDF3FA"/>
                </a:solidFill>
              </a:defRPr>
            </a:lvl8pPr>
            <a:lvl9pPr algn="ctr">
              <a:defRPr sz="1725">
                <a:solidFill>
                  <a:srgbClr val="EDF3FA"/>
                </a:solidFill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EDF3FA"/>
                </a:solidFill>
              </a:defRPr>
            </a:pPr>
            <a:r>
              <a:rPr sz="1725">
                <a:solidFill>
                  <a:srgbClr val="EDF3FA"/>
                </a:solidFill>
              </a:rPr>
              <a:t>ANSI terminal table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9DE42C-441B-4A8C-9ECE-75A1B1594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229100"/>
            <a:ext cx="1381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54D9E8"/>
                </a:solidFill>
              </a:defRPr>
            </a:defPPr>
            <a:lvl1pPr>
              <a:defRPr sz="2100" b="1">
                <a:solidFill>
                  <a:srgbClr val="54D9E8"/>
                </a:solidFill>
              </a:defRPr>
            </a:lvl1pPr>
            <a:lvl2pPr>
              <a:defRPr sz="2100" b="1">
                <a:solidFill>
                  <a:srgbClr val="54D9E8"/>
                </a:solidFill>
              </a:defRPr>
            </a:lvl2pPr>
            <a:lvl3pPr>
              <a:defRPr sz="2100" b="1">
                <a:solidFill>
                  <a:srgbClr val="54D9E8"/>
                </a:solidFill>
              </a:defRPr>
            </a:lvl3pPr>
            <a:lvl4pPr>
              <a:defRPr sz="2100" b="1">
                <a:solidFill>
                  <a:srgbClr val="54D9E8"/>
                </a:solidFill>
              </a:defRPr>
            </a:lvl4pPr>
            <a:lvl5pPr>
              <a:defRPr sz="2100" b="1">
                <a:solidFill>
                  <a:srgbClr val="54D9E8"/>
                </a:solidFill>
              </a:defRPr>
            </a:lvl5pPr>
            <a:lvl6pPr>
              <a:defRPr sz="2100" b="1">
                <a:solidFill>
                  <a:srgbClr val="54D9E8"/>
                </a:solidFill>
              </a:defRPr>
            </a:lvl6pPr>
            <a:lvl7pPr>
              <a:defRPr sz="2100" b="1">
                <a:solidFill>
                  <a:srgbClr val="54D9E8"/>
                </a:solidFill>
              </a:defRPr>
            </a:lvl7pPr>
            <a:lvl8pPr>
              <a:defRPr sz="2100" b="1">
                <a:solidFill>
                  <a:srgbClr val="54D9E8"/>
                </a:solidFill>
              </a:defRPr>
            </a:lvl8pPr>
            <a:lvl9pPr>
              <a:defRPr sz="2100" b="1">
                <a:solidFill>
                  <a:srgbClr val="54D9E8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54D9E8"/>
                </a:solidFill>
              </a:defRPr>
            </a:pPr>
            <a:r>
              <a:rPr sz="2100" b="1">
                <a:solidFill>
                  <a:srgbClr val="54D9E8"/>
                </a:solidFill>
              </a:rPr>
              <a:t>JSON 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1D8BDC-4533-492D-9976-C01B7302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71950"/>
            <a:ext cx="5391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233"/>
          </a:solidFill>
          <a:ln xmlns:a="http://schemas.openxmlformats.org/drawingml/2006/main" w="14288">
            <a:solidFill>
              <a:srgbClr val="54D9E8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725">
                <a:solidFill>
                  <a:srgbClr val="EDF3FA"/>
                </a:solidFill>
              </a:defRPr>
            </a:defPPr>
            <a:lvl1pPr algn="ctr">
              <a:defRPr sz="1725">
                <a:solidFill>
                  <a:srgbClr val="EDF3FA"/>
                </a:solidFill>
              </a:defRPr>
            </a:lvl1pPr>
            <a:lvl2pPr algn="ctr">
              <a:defRPr sz="1725">
                <a:solidFill>
                  <a:srgbClr val="EDF3FA"/>
                </a:solidFill>
              </a:defRPr>
            </a:lvl2pPr>
            <a:lvl3pPr algn="ctr">
              <a:defRPr sz="1725">
                <a:solidFill>
                  <a:srgbClr val="EDF3FA"/>
                </a:solidFill>
              </a:defRPr>
            </a:lvl3pPr>
            <a:lvl4pPr algn="ctr">
              <a:defRPr sz="1725">
                <a:solidFill>
                  <a:srgbClr val="EDF3FA"/>
                </a:solidFill>
              </a:defRPr>
            </a:lvl4pPr>
            <a:lvl5pPr algn="ctr">
              <a:defRPr sz="1725">
                <a:solidFill>
                  <a:srgbClr val="EDF3FA"/>
                </a:solidFill>
              </a:defRPr>
            </a:lvl5pPr>
            <a:lvl6pPr algn="ctr">
              <a:defRPr sz="1725">
                <a:solidFill>
                  <a:srgbClr val="EDF3FA"/>
                </a:solidFill>
              </a:defRPr>
            </a:lvl6pPr>
            <a:lvl7pPr algn="ctr">
              <a:defRPr sz="1725">
                <a:solidFill>
                  <a:srgbClr val="EDF3FA"/>
                </a:solidFill>
              </a:defRPr>
            </a:lvl7pPr>
            <a:lvl8pPr algn="ctr">
              <a:defRPr sz="1725">
                <a:solidFill>
                  <a:srgbClr val="EDF3FA"/>
                </a:solidFill>
              </a:defRPr>
            </a:lvl8pPr>
            <a:lvl9pPr algn="ctr">
              <a:defRPr sz="1725">
                <a:solidFill>
                  <a:srgbClr val="EDF3FA"/>
                </a:solidFill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EDF3FA"/>
                </a:solidFill>
              </a:defRPr>
            </a:pPr>
            <a:r>
              <a:rPr sz="1725">
                <a:solidFill>
                  <a:srgbClr val="EDF3FA"/>
                </a:solidFill>
              </a:rPr>
              <a:t>Python 3 gateway</a:t>
            </a:r>
          </a:p>
          <a:p xmlns:a="http://schemas.openxmlformats.org/drawingml/2006/main">
            <a:pPr algn="ctr">
              <a:defRPr sz="1725">
                <a:solidFill>
                  <a:srgbClr val="EDF3FA"/>
                </a:solidFill>
              </a:defRPr>
            </a:pPr>
            <a:r>
              <a:rPr sz="1725">
                <a:solidFill>
                  <a:srgbClr val="EDF3FA"/>
                </a:solidFill>
              </a:rPr>
              <a:t>subprocess.run, no shell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80EA75-7667-4D2D-9368-E291CD52C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66975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54D9E8"/>
                </a:solidFill>
              </a:defRPr>
            </a:defPPr>
            <a:lvl1pPr>
              <a:defRPr sz="2250" b="1">
                <a:solidFill>
                  <a:srgbClr val="54D9E8"/>
                </a:solidFill>
              </a:defRPr>
            </a:lvl1pPr>
            <a:lvl2pPr>
              <a:defRPr sz="2250" b="1">
                <a:solidFill>
                  <a:srgbClr val="54D9E8"/>
                </a:solidFill>
              </a:defRPr>
            </a:lvl2pPr>
            <a:lvl3pPr>
              <a:defRPr sz="2250" b="1">
                <a:solidFill>
                  <a:srgbClr val="54D9E8"/>
                </a:solidFill>
              </a:defRPr>
            </a:lvl3pPr>
            <a:lvl4pPr>
              <a:defRPr sz="2250" b="1">
                <a:solidFill>
                  <a:srgbClr val="54D9E8"/>
                </a:solidFill>
              </a:defRPr>
            </a:lvl4pPr>
            <a:lvl5pPr>
              <a:defRPr sz="2250" b="1">
                <a:solidFill>
                  <a:srgbClr val="54D9E8"/>
                </a:solidFill>
              </a:defRPr>
            </a:lvl5pPr>
            <a:lvl6pPr>
              <a:defRPr sz="2250" b="1">
                <a:solidFill>
                  <a:srgbClr val="54D9E8"/>
                </a:solidFill>
              </a:defRPr>
            </a:lvl6pPr>
            <a:lvl7pPr>
              <a:defRPr sz="2250" b="1">
                <a:solidFill>
                  <a:srgbClr val="54D9E8"/>
                </a:solidFill>
              </a:defRPr>
            </a:lvl7pPr>
            <a:lvl8pPr>
              <a:defRPr sz="2250" b="1">
                <a:solidFill>
                  <a:srgbClr val="54D9E8"/>
                </a:solidFill>
              </a:defRPr>
            </a:lvl8pPr>
            <a:lvl9pPr>
              <a:defRPr sz="2250" b="1">
                <a:solidFill>
                  <a:srgbClr val="54D9E8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54D9E8"/>
                </a:solidFill>
              </a:defRPr>
            </a:pPr>
            <a:r>
              <a:rPr sz="2250" b="1">
                <a:solidFill>
                  <a:srgbClr val="54D9E8"/>
                </a:solidFill>
              </a:rPr>
              <a:t>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5B2E8D-45CB-43BF-8A41-41AA39D1A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95600"/>
            <a:ext cx="5391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233"/>
          </a:solidFill>
          <a:ln xmlns:a="http://schemas.openxmlformats.org/drawingml/2006/main" w="14288">
            <a:solidFill>
              <a:srgbClr val="54D9E8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725">
                <a:solidFill>
                  <a:srgbClr val="EDF3FA"/>
                </a:solidFill>
              </a:defRPr>
            </a:defPPr>
            <a:lvl1pPr algn="ctr">
              <a:defRPr sz="1725">
                <a:solidFill>
                  <a:srgbClr val="EDF3FA"/>
                </a:solidFill>
              </a:defRPr>
            </a:lvl1pPr>
            <a:lvl2pPr algn="ctr">
              <a:defRPr sz="1725">
                <a:solidFill>
                  <a:srgbClr val="EDF3FA"/>
                </a:solidFill>
              </a:defRPr>
            </a:lvl2pPr>
            <a:lvl3pPr algn="ctr">
              <a:defRPr sz="1725">
                <a:solidFill>
                  <a:srgbClr val="EDF3FA"/>
                </a:solidFill>
              </a:defRPr>
            </a:lvl3pPr>
            <a:lvl4pPr algn="ctr">
              <a:defRPr sz="1725">
                <a:solidFill>
                  <a:srgbClr val="EDF3FA"/>
                </a:solidFill>
              </a:defRPr>
            </a:lvl4pPr>
            <a:lvl5pPr algn="ctr">
              <a:defRPr sz="1725">
                <a:solidFill>
                  <a:srgbClr val="EDF3FA"/>
                </a:solidFill>
              </a:defRPr>
            </a:lvl5pPr>
            <a:lvl6pPr algn="ctr">
              <a:defRPr sz="1725">
                <a:solidFill>
                  <a:srgbClr val="EDF3FA"/>
                </a:solidFill>
              </a:defRPr>
            </a:lvl6pPr>
            <a:lvl7pPr algn="ctr">
              <a:defRPr sz="1725">
                <a:solidFill>
                  <a:srgbClr val="EDF3FA"/>
                </a:solidFill>
              </a:defRPr>
            </a:lvl7pPr>
            <a:lvl8pPr algn="ctr">
              <a:defRPr sz="1725">
                <a:solidFill>
                  <a:srgbClr val="EDF3FA"/>
                </a:solidFill>
              </a:defRPr>
            </a:lvl8pPr>
            <a:lvl9pPr algn="ctr">
              <a:defRPr sz="1725">
                <a:solidFill>
                  <a:srgbClr val="EDF3FA"/>
                </a:solidFill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EDF3FA"/>
                </a:solidFill>
              </a:defRPr>
            </a:pPr>
            <a:r>
              <a:rPr sz="1725">
                <a:solidFill>
                  <a:srgbClr val="EDF3FA"/>
                </a:solidFill>
              </a:rPr>
              <a:t>Local HTTP API</a:t>
            </a:r>
          </a:p>
          <a:p xmlns:a="http://schemas.openxmlformats.org/drawingml/2006/main">
            <a:pPr algn="ctr">
              <a:defRPr sz="1725">
                <a:solidFill>
                  <a:srgbClr val="EDF3FA"/>
                </a:solidFill>
              </a:defRPr>
            </a:pPr>
            <a:r>
              <a:rPr sz="1725">
                <a:solidFill>
                  <a:srgbClr val="EDF3FA"/>
                </a:solidFill>
              </a:rPr>
              <a:t>127.0.0.1:5000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44B29E-56A7-414E-BE52-7A3A6219D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743325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54D9E8"/>
                </a:solidFill>
              </a:defRPr>
            </a:defPPr>
            <a:lvl1pPr>
              <a:defRPr sz="2250" b="1">
                <a:solidFill>
                  <a:srgbClr val="54D9E8"/>
                </a:solidFill>
              </a:defRPr>
            </a:lvl1pPr>
            <a:lvl2pPr>
              <a:defRPr sz="2250" b="1">
                <a:solidFill>
                  <a:srgbClr val="54D9E8"/>
                </a:solidFill>
              </a:defRPr>
            </a:lvl2pPr>
            <a:lvl3pPr>
              <a:defRPr sz="2250" b="1">
                <a:solidFill>
                  <a:srgbClr val="54D9E8"/>
                </a:solidFill>
              </a:defRPr>
            </a:lvl3pPr>
            <a:lvl4pPr>
              <a:defRPr sz="2250" b="1">
                <a:solidFill>
                  <a:srgbClr val="54D9E8"/>
                </a:solidFill>
              </a:defRPr>
            </a:lvl4pPr>
            <a:lvl5pPr>
              <a:defRPr sz="2250" b="1">
                <a:solidFill>
                  <a:srgbClr val="54D9E8"/>
                </a:solidFill>
              </a:defRPr>
            </a:lvl5pPr>
            <a:lvl6pPr>
              <a:defRPr sz="2250" b="1">
                <a:solidFill>
                  <a:srgbClr val="54D9E8"/>
                </a:solidFill>
              </a:defRPr>
            </a:lvl6pPr>
            <a:lvl7pPr>
              <a:defRPr sz="2250" b="1">
                <a:solidFill>
                  <a:srgbClr val="54D9E8"/>
                </a:solidFill>
              </a:defRPr>
            </a:lvl7pPr>
            <a:lvl8pPr>
              <a:defRPr sz="2250" b="1">
                <a:solidFill>
                  <a:srgbClr val="54D9E8"/>
                </a:solidFill>
              </a:defRPr>
            </a:lvl8pPr>
            <a:lvl9pPr>
              <a:defRPr sz="2250" b="1">
                <a:solidFill>
                  <a:srgbClr val="54D9E8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54D9E8"/>
                </a:solidFill>
              </a:defRPr>
            </a:pPr>
            <a:r>
              <a:rPr sz="2250" b="1">
                <a:solidFill>
                  <a:srgbClr val="54D9E8"/>
                </a:solidFill>
              </a:rPr>
              <a:t>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5041C5-13BD-41B2-BA9F-7E0DC38BF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53911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233"/>
          </a:solidFill>
          <a:ln xmlns:a="http://schemas.openxmlformats.org/drawingml/2006/main" w="14288">
            <a:solidFill>
              <a:srgbClr val="54D9E8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725">
                <a:solidFill>
                  <a:srgbClr val="EDF3FA"/>
                </a:solidFill>
              </a:defRPr>
            </a:defPPr>
            <a:lvl1pPr algn="ctr">
              <a:defRPr sz="1725">
                <a:solidFill>
                  <a:srgbClr val="EDF3FA"/>
                </a:solidFill>
              </a:defRPr>
            </a:lvl1pPr>
            <a:lvl2pPr algn="ctr">
              <a:defRPr sz="1725">
                <a:solidFill>
                  <a:srgbClr val="EDF3FA"/>
                </a:solidFill>
              </a:defRPr>
            </a:lvl2pPr>
            <a:lvl3pPr algn="ctr">
              <a:defRPr sz="1725">
                <a:solidFill>
                  <a:srgbClr val="EDF3FA"/>
                </a:solidFill>
              </a:defRPr>
            </a:lvl3pPr>
            <a:lvl4pPr algn="ctr">
              <a:defRPr sz="1725">
                <a:solidFill>
                  <a:srgbClr val="EDF3FA"/>
                </a:solidFill>
              </a:defRPr>
            </a:lvl4pPr>
            <a:lvl5pPr algn="ctr">
              <a:defRPr sz="1725">
                <a:solidFill>
                  <a:srgbClr val="EDF3FA"/>
                </a:solidFill>
              </a:defRPr>
            </a:lvl5pPr>
            <a:lvl6pPr algn="ctr">
              <a:defRPr sz="1725">
                <a:solidFill>
                  <a:srgbClr val="EDF3FA"/>
                </a:solidFill>
              </a:defRPr>
            </a:lvl6pPr>
            <a:lvl7pPr algn="ctr">
              <a:defRPr sz="1725">
                <a:solidFill>
                  <a:srgbClr val="EDF3FA"/>
                </a:solidFill>
              </a:defRPr>
            </a:lvl7pPr>
            <a:lvl8pPr algn="ctr">
              <a:defRPr sz="1725">
                <a:solidFill>
                  <a:srgbClr val="EDF3FA"/>
                </a:solidFill>
              </a:defRPr>
            </a:lvl8pPr>
            <a:lvl9pPr algn="ctr">
              <a:defRPr sz="1725">
                <a:solidFill>
                  <a:srgbClr val="EDF3FA"/>
                </a:solidFill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EDF3FA"/>
                </a:solidFill>
              </a:defRPr>
            </a:pPr>
            <a:r>
              <a:rPr sz="1725">
                <a:solidFill>
                  <a:srgbClr val="EDF3FA"/>
                </a:solidFill>
              </a:rPr>
              <a:t>Web dashboard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381BD6-A7DE-4CDE-A718-FDDCF367D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29200"/>
            <a:ext cx="53911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AFBED1"/>
                </a:solidFill>
              </a:defRPr>
            </a:defPPr>
            <a:lvl1pPr>
              <a:defRPr sz="1800" b="0">
                <a:solidFill>
                  <a:srgbClr val="AFBED1"/>
                </a:solidFill>
              </a:defRPr>
            </a:lvl1pPr>
            <a:lvl2pPr>
              <a:defRPr sz="1800" b="0">
                <a:solidFill>
                  <a:srgbClr val="AFBED1"/>
                </a:solidFill>
              </a:defRPr>
            </a:lvl2pPr>
            <a:lvl3pPr>
              <a:defRPr sz="1800" b="0">
                <a:solidFill>
                  <a:srgbClr val="AFBED1"/>
                </a:solidFill>
              </a:defRPr>
            </a:lvl3pPr>
            <a:lvl4pPr>
              <a:defRPr sz="1800" b="0">
                <a:solidFill>
                  <a:srgbClr val="AFBED1"/>
                </a:solidFill>
              </a:defRPr>
            </a:lvl4pPr>
            <a:lvl5pPr>
              <a:defRPr sz="1800" b="0">
                <a:solidFill>
                  <a:srgbClr val="AFBED1"/>
                </a:solidFill>
              </a:defRPr>
            </a:lvl5pPr>
            <a:lvl6pPr>
              <a:defRPr sz="1800" b="0">
                <a:solidFill>
                  <a:srgbClr val="AFBED1"/>
                </a:solidFill>
              </a:defRPr>
            </a:lvl6pPr>
            <a:lvl7pPr>
              <a:defRPr sz="1800" b="0">
                <a:solidFill>
                  <a:srgbClr val="AFBED1"/>
                </a:solidFill>
              </a:defRPr>
            </a:lvl7pPr>
            <a:lvl8pPr>
              <a:defRPr sz="1800" b="0">
                <a:solidFill>
                  <a:srgbClr val="AFBED1"/>
                </a:solidFill>
              </a:defRPr>
            </a:lvl8pPr>
            <a:lvl9pPr>
              <a:defRPr sz="1800" b="0">
                <a:solidFill>
                  <a:srgbClr val="AFBED1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AFBED1"/>
                </a:solidFill>
              </a:defRPr>
            </a:pPr>
            <a:r>
              <a:rPr sz="1800" b="0">
                <a:solidFill>
                  <a:srgbClr val="AFBED1"/>
                </a:solidFill>
              </a:rPr>
              <a:t>Metrics and zombie alerts</a:t>
            </a:r>
          </a:p>
          <a:p xmlns:a="http://schemas.openxmlformats.org/drawingml/2006/main">
            <a:pPr>
              <a:defRPr sz="1800" b="0">
                <a:solidFill>
                  <a:srgbClr val="AFBED1"/>
                </a:solidFill>
              </a:defRPr>
            </a:pPr>
            <a:r>
              <a:rPr sz="1800" b="0">
                <a:solidFill>
                  <a:srgbClr val="AFBED1"/>
                </a:solidFill>
              </a:rPr>
              <a:t>Search and state/classification filters</a:t>
            </a:r>
          </a:p>
          <a:p xmlns:a="http://schemas.openxmlformats.org/drawingml/2006/main">
            <a:pPr>
              <a:defRPr sz="1800" b="0">
                <a:solidFill>
                  <a:srgbClr val="AFBED1"/>
                </a:solidFill>
              </a:defRPr>
            </a:pPr>
            <a:r>
              <a:rPr sz="1800" b="0">
                <a:solidFill>
                  <a:srgbClr val="AFBED1"/>
                </a:solidFill>
              </a:rPr>
              <a:t>Process details and OS concept modals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D7AB9F-2977-4774-A693-41BE700A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200150"/>
            <a:ext cx="533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AFBED1"/>
                </a:solidFill>
              </a:defRPr>
            </a:defPPr>
            <a:lvl1pPr>
              <a:defRPr sz="1500" b="0">
                <a:solidFill>
                  <a:srgbClr val="AFBED1"/>
                </a:solidFill>
              </a:defRPr>
            </a:lvl1pPr>
            <a:lvl2pPr>
              <a:defRPr sz="1500" b="0">
                <a:solidFill>
                  <a:srgbClr val="AFBED1"/>
                </a:solidFill>
              </a:defRPr>
            </a:lvl2pPr>
            <a:lvl3pPr>
              <a:defRPr sz="1500" b="0">
                <a:solidFill>
                  <a:srgbClr val="AFBED1"/>
                </a:solidFill>
              </a:defRPr>
            </a:lvl3pPr>
            <a:lvl4pPr>
              <a:defRPr sz="1500" b="0">
                <a:solidFill>
                  <a:srgbClr val="AFBED1"/>
                </a:solidFill>
              </a:defRPr>
            </a:lvl4pPr>
            <a:lvl5pPr>
              <a:defRPr sz="1500" b="0">
                <a:solidFill>
                  <a:srgbClr val="AFBED1"/>
                </a:solidFill>
              </a:defRPr>
            </a:lvl5pPr>
            <a:lvl6pPr>
              <a:defRPr sz="1500" b="0">
                <a:solidFill>
                  <a:srgbClr val="AFBED1"/>
                </a:solidFill>
              </a:defRPr>
            </a:lvl6pPr>
            <a:lvl7pPr>
              <a:defRPr sz="1500" b="0">
                <a:solidFill>
                  <a:srgbClr val="AFBED1"/>
                </a:solidFill>
              </a:defRPr>
            </a:lvl7pPr>
            <a:lvl8pPr>
              <a:defRPr sz="1500" b="0">
                <a:solidFill>
                  <a:srgbClr val="AFBED1"/>
                </a:solidFill>
              </a:defRPr>
            </a:lvl8pPr>
            <a:lvl9pPr>
              <a:defRPr sz="1500" b="0">
                <a:solidFill>
                  <a:srgbClr val="AFBED1"/>
                </a:solidFill>
              </a:defRPr>
            </a:lvl9pPr>
          </a:lstStyle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575787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150C8F-A446-4C27-B7F3-D63D54FAF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EDF3FA"/>
                </a:solidFill>
              </a:defRPr>
            </a:defPPr>
            <a:lvl1pPr>
              <a:defRPr sz="3225" b="1">
                <a:solidFill>
                  <a:srgbClr val="EDF3FA"/>
                </a:solidFill>
              </a:defRPr>
            </a:lvl1pPr>
            <a:lvl2pPr>
              <a:defRPr sz="3225" b="1">
                <a:solidFill>
                  <a:srgbClr val="EDF3FA"/>
                </a:solidFill>
              </a:defRPr>
            </a:lvl2pPr>
            <a:lvl3pPr>
              <a:defRPr sz="3225" b="1">
                <a:solidFill>
                  <a:srgbClr val="EDF3FA"/>
                </a:solidFill>
              </a:defRPr>
            </a:lvl3pPr>
            <a:lvl4pPr>
              <a:defRPr sz="3225" b="1">
                <a:solidFill>
                  <a:srgbClr val="EDF3FA"/>
                </a:solidFill>
              </a:defRPr>
            </a:lvl4pPr>
            <a:lvl5pPr>
              <a:defRPr sz="3225" b="1">
                <a:solidFill>
                  <a:srgbClr val="EDF3FA"/>
                </a:solidFill>
              </a:defRPr>
            </a:lvl5pPr>
            <a:lvl6pPr>
              <a:defRPr sz="3225" b="1">
                <a:solidFill>
                  <a:srgbClr val="EDF3FA"/>
                </a:solidFill>
              </a:defRPr>
            </a:lvl6pPr>
            <a:lvl7pPr>
              <a:defRPr sz="3225" b="1">
                <a:solidFill>
                  <a:srgbClr val="EDF3FA"/>
                </a:solidFill>
              </a:defRPr>
            </a:lvl7pPr>
            <a:lvl8pPr>
              <a:defRPr sz="3225" b="1">
                <a:solidFill>
                  <a:srgbClr val="EDF3FA"/>
                </a:solidFill>
              </a:defRPr>
            </a:lvl8pPr>
            <a:lvl9pPr>
              <a:defRPr sz="3225" b="1">
                <a:solidFill>
                  <a:srgbClr val="EDF3FA"/>
                </a:solidFill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EDF3FA"/>
                </a:solidFill>
              </a:defRPr>
            </a:pPr>
            <a:r>
              <a:rPr sz="3225" b="1">
                <a:solidFill>
                  <a:srgbClr val="EDF3FA"/>
                </a:solidFill>
              </a:rPr>
              <a:t>C core engine and Linux /proc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4F3BD4-2A69-4A45-99A9-6C214390A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AFBED1"/>
                </a:solidFill>
              </a:defRPr>
            </a:defPPr>
            <a:lvl1pPr>
              <a:defRPr sz="1350" b="0">
                <a:solidFill>
                  <a:srgbClr val="AFBED1"/>
                </a:solidFill>
              </a:defRPr>
            </a:lvl1pPr>
            <a:lvl2pPr>
              <a:defRPr sz="1350" b="0">
                <a:solidFill>
                  <a:srgbClr val="AFBED1"/>
                </a:solidFill>
              </a:defRPr>
            </a:lvl2pPr>
            <a:lvl3pPr>
              <a:defRPr sz="1350" b="0">
                <a:solidFill>
                  <a:srgbClr val="AFBED1"/>
                </a:solidFill>
              </a:defRPr>
            </a:lvl3pPr>
            <a:lvl4pPr>
              <a:defRPr sz="1350" b="0">
                <a:solidFill>
                  <a:srgbClr val="AFBED1"/>
                </a:solidFill>
              </a:defRPr>
            </a:lvl4pPr>
            <a:lvl5pPr>
              <a:defRPr sz="1350" b="0">
                <a:solidFill>
                  <a:srgbClr val="AFBED1"/>
                </a:solidFill>
              </a:defRPr>
            </a:lvl5pPr>
            <a:lvl6pPr>
              <a:defRPr sz="1350" b="0">
                <a:solidFill>
                  <a:srgbClr val="AFBED1"/>
                </a:solidFill>
              </a:defRPr>
            </a:lvl6pPr>
            <a:lvl7pPr>
              <a:defRPr sz="1350" b="0">
                <a:solidFill>
                  <a:srgbClr val="AFBED1"/>
                </a:solidFill>
              </a:defRPr>
            </a:lvl7pPr>
            <a:lvl8pPr>
              <a:defRPr sz="1350" b="0">
                <a:solidFill>
                  <a:srgbClr val="AFBED1"/>
                </a:solidFill>
              </a:defRPr>
            </a:lvl8pPr>
            <a:lvl9pPr>
              <a:defRPr sz="1350" b="0">
                <a:solidFill>
                  <a:srgbClr val="AFBED1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FBED1"/>
                </a:solidFill>
              </a:defRPr>
            </a:pPr>
            <a:r>
              <a:rPr sz="1350" b="0">
                <a:solidFill>
                  <a:srgbClr val="AFBED1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33999C-256F-462A-8701-E731A9B20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54D9E8"/>
                </a:solidFill>
              </a:defRPr>
            </a:defPPr>
            <a:lvl1pPr>
              <a:defRPr sz="2400" b="1">
                <a:solidFill>
                  <a:srgbClr val="54D9E8"/>
                </a:solidFill>
              </a:defRPr>
            </a:lvl1pPr>
            <a:lvl2pPr>
              <a:defRPr sz="2400" b="1">
                <a:solidFill>
                  <a:srgbClr val="54D9E8"/>
                </a:solidFill>
              </a:defRPr>
            </a:lvl2pPr>
            <a:lvl3pPr>
              <a:defRPr sz="2400" b="1">
                <a:solidFill>
                  <a:srgbClr val="54D9E8"/>
                </a:solidFill>
              </a:defRPr>
            </a:lvl3pPr>
            <a:lvl4pPr>
              <a:defRPr sz="2400" b="1">
                <a:solidFill>
                  <a:srgbClr val="54D9E8"/>
                </a:solidFill>
              </a:defRPr>
            </a:lvl4pPr>
            <a:lvl5pPr>
              <a:defRPr sz="2400" b="1">
                <a:solidFill>
                  <a:srgbClr val="54D9E8"/>
                </a:solidFill>
              </a:defRPr>
            </a:lvl5pPr>
            <a:lvl6pPr>
              <a:defRPr sz="2400" b="1">
                <a:solidFill>
                  <a:srgbClr val="54D9E8"/>
                </a:solidFill>
              </a:defRPr>
            </a:lvl6pPr>
            <a:lvl7pPr>
              <a:defRPr sz="2400" b="1">
                <a:solidFill>
                  <a:srgbClr val="54D9E8"/>
                </a:solidFill>
              </a:defRPr>
            </a:lvl7pPr>
            <a:lvl8pPr>
              <a:defRPr sz="2400" b="1">
                <a:solidFill>
                  <a:srgbClr val="54D9E8"/>
                </a:solidFill>
              </a:defRPr>
            </a:lvl8pPr>
            <a:lvl9pPr>
              <a:defRPr sz="2400" b="1">
                <a:solidFill>
                  <a:srgbClr val="54D9E8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54D9E8"/>
                </a:solidFill>
              </a:defRPr>
            </a:pPr>
            <a:r>
              <a:rPr sz="2400" b="1">
                <a:solidFill>
                  <a:srgbClr val="54D9E8"/>
                </a:solidFill>
              </a:rPr>
              <a:t>1234 (worker (gpu) thread) S 5678 ...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700CC3-E047-47E4-B4C5-745E1B569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0953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54D9E8"/>
                </a:solidFill>
              </a:defRPr>
            </a:defPPr>
            <a:lvl1pPr>
              <a:defRPr sz="2100" b="1">
                <a:solidFill>
                  <a:srgbClr val="54D9E8"/>
                </a:solidFill>
              </a:defRPr>
            </a:lvl1pPr>
            <a:lvl2pPr>
              <a:defRPr sz="2100" b="1">
                <a:solidFill>
                  <a:srgbClr val="54D9E8"/>
                </a:solidFill>
              </a:defRPr>
            </a:lvl2pPr>
            <a:lvl3pPr>
              <a:defRPr sz="2100" b="1">
                <a:solidFill>
                  <a:srgbClr val="54D9E8"/>
                </a:solidFill>
              </a:defRPr>
            </a:lvl3pPr>
            <a:lvl4pPr>
              <a:defRPr sz="2100" b="1">
                <a:solidFill>
                  <a:srgbClr val="54D9E8"/>
                </a:solidFill>
              </a:defRPr>
            </a:lvl4pPr>
            <a:lvl5pPr>
              <a:defRPr sz="2100" b="1">
                <a:solidFill>
                  <a:srgbClr val="54D9E8"/>
                </a:solidFill>
              </a:defRPr>
            </a:lvl5pPr>
            <a:lvl6pPr>
              <a:defRPr sz="2100" b="1">
                <a:solidFill>
                  <a:srgbClr val="54D9E8"/>
                </a:solidFill>
              </a:defRPr>
            </a:lvl6pPr>
            <a:lvl7pPr>
              <a:defRPr sz="2100" b="1">
                <a:solidFill>
                  <a:srgbClr val="54D9E8"/>
                </a:solidFill>
              </a:defRPr>
            </a:lvl7pPr>
            <a:lvl8pPr>
              <a:defRPr sz="2100" b="1">
                <a:solidFill>
                  <a:srgbClr val="54D9E8"/>
                </a:solidFill>
              </a:defRPr>
            </a:lvl8pPr>
            <a:lvl9pPr>
              <a:defRPr sz="2100" b="1">
                <a:solidFill>
                  <a:srgbClr val="54D9E8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54D9E8"/>
                </a:solidFill>
              </a:defRPr>
            </a:pPr>
            <a:r>
              <a:rPr sz="2100" b="1">
                <a:solidFill>
                  <a:srgbClr val="54D9E8"/>
                </a:solidFill>
              </a:rPr>
              <a:t>Safe parsing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3B8145-D5E6-4F61-829B-61BDC828F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AFBED1"/>
                </a:solidFill>
              </a:defRPr>
            </a:defPPr>
            <a:lvl1pPr>
              <a:defRPr sz="1875" b="0">
                <a:solidFill>
                  <a:srgbClr val="AFBED1"/>
                </a:solidFill>
              </a:defRPr>
            </a:lvl1pPr>
            <a:lvl2pPr>
              <a:defRPr sz="1875" b="0">
                <a:solidFill>
                  <a:srgbClr val="AFBED1"/>
                </a:solidFill>
              </a:defRPr>
            </a:lvl2pPr>
            <a:lvl3pPr>
              <a:defRPr sz="1875" b="0">
                <a:solidFill>
                  <a:srgbClr val="AFBED1"/>
                </a:solidFill>
              </a:defRPr>
            </a:lvl3pPr>
            <a:lvl4pPr>
              <a:defRPr sz="1875" b="0">
                <a:solidFill>
                  <a:srgbClr val="AFBED1"/>
                </a:solidFill>
              </a:defRPr>
            </a:lvl4pPr>
            <a:lvl5pPr>
              <a:defRPr sz="1875" b="0">
                <a:solidFill>
                  <a:srgbClr val="AFBED1"/>
                </a:solidFill>
              </a:defRPr>
            </a:lvl5pPr>
            <a:lvl6pPr>
              <a:defRPr sz="1875" b="0">
                <a:solidFill>
                  <a:srgbClr val="AFBED1"/>
                </a:solidFill>
              </a:defRPr>
            </a:lvl6pPr>
            <a:lvl7pPr>
              <a:defRPr sz="1875" b="0">
                <a:solidFill>
                  <a:srgbClr val="AFBED1"/>
                </a:solidFill>
              </a:defRPr>
            </a:lvl7pPr>
            <a:lvl8pPr>
              <a:defRPr sz="1875" b="0">
                <a:solidFill>
                  <a:srgbClr val="AFBED1"/>
                </a:solidFill>
              </a:defRPr>
            </a:lvl8pPr>
            <a:lvl9pPr>
              <a:defRPr sz="1875" b="0">
                <a:solidFill>
                  <a:srgbClr val="AFBED1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AFBED1"/>
                </a:solidFill>
              </a:defRPr>
            </a:pPr>
            <a:r>
              <a:rPr sz="1875" b="0">
                <a:solidFill>
                  <a:srgbClr val="AFBED1"/>
                </a:solidFill>
              </a:rPr>
              <a:t>Use strchr for the first “(” and strrchr for the last “)”. Parse the state and PPID after the command field.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F26B58-3D32-4942-9232-E3FDD7BE4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AFBED1"/>
                </a:solidFill>
              </a:defRPr>
            </a:defPPr>
            <a:lvl1pPr>
              <a:defRPr sz="1650" b="1">
                <a:solidFill>
                  <a:srgbClr val="AFBED1"/>
                </a:solidFill>
              </a:defRPr>
            </a:lvl1pPr>
            <a:lvl2pPr>
              <a:defRPr sz="1650" b="1">
                <a:solidFill>
                  <a:srgbClr val="AFBED1"/>
                </a:solidFill>
              </a:defRPr>
            </a:lvl2pPr>
            <a:lvl3pPr>
              <a:defRPr sz="1650" b="1">
                <a:solidFill>
                  <a:srgbClr val="AFBED1"/>
                </a:solidFill>
              </a:defRPr>
            </a:lvl3pPr>
            <a:lvl4pPr>
              <a:defRPr sz="1650" b="1">
                <a:solidFill>
                  <a:srgbClr val="AFBED1"/>
                </a:solidFill>
              </a:defRPr>
            </a:lvl4pPr>
            <a:lvl5pPr>
              <a:defRPr sz="1650" b="1">
                <a:solidFill>
                  <a:srgbClr val="AFBED1"/>
                </a:solidFill>
              </a:defRPr>
            </a:lvl5pPr>
            <a:lvl6pPr>
              <a:defRPr sz="1650" b="1">
                <a:solidFill>
                  <a:srgbClr val="AFBED1"/>
                </a:solidFill>
              </a:defRPr>
            </a:lvl6pPr>
            <a:lvl7pPr>
              <a:defRPr sz="1650" b="1">
                <a:solidFill>
                  <a:srgbClr val="AFBED1"/>
                </a:solidFill>
              </a:defRPr>
            </a:lvl7pPr>
            <a:lvl8pPr>
              <a:defRPr sz="1650" b="1">
                <a:solidFill>
                  <a:srgbClr val="AFBED1"/>
                </a:solidFill>
              </a:defRPr>
            </a:lvl8pPr>
            <a:lvl9pPr>
              <a:defRPr sz="1650" b="1">
                <a:solidFill>
                  <a:srgbClr val="AFBED1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AFBED1"/>
                </a:solidFill>
              </a:defRPr>
            </a:pPr>
            <a:r>
              <a:rPr sz="1650" b="1">
                <a:solidFill>
                  <a:srgbClr val="AFBED1"/>
                </a:solidFill>
              </a:rPr>
              <a:t>PROCESS STATES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1ECF19-1BC3-4A8F-9960-5B36384A8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247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75" b="1">
                <a:solidFill>
                  <a:srgbClr val="FF6B7A"/>
                </a:solidFill>
              </a:defRPr>
            </a:defPPr>
            <a:lvl1pPr>
              <a:defRPr sz="3675" b="1">
                <a:solidFill>
                  <a:srgbClr val="FF6B7A"/>
                </a:solidFill>
              </a:defRPr>
            </a:lvl1pPr>
            <a:lvl2pPr>
              <a:defRPr sz="3675" b="1">
                <a:solidFill>
                  <a:srgbClr val="FF6B7A"/>
                </a:solidFill>
              </a:defRPr>
            </a:lvl2pPr>
            <a:lvl3pPr>
              <a:defRPr sz="3675" b="1">
                <a:solidFill>
                  <a:srgbClr val="FF6B7A"/>
                </a:solidFill>
              </a:defRPr>
            </a:lvl3pPr>
            <a:lvl4pPr>
              <a:defRPr sz="3675" b="1">
                <a:solidFill>
                  <a:srgbClr val="FF6B7A"/>
                </a:solidFill>
              </a:defRPr>
            </a:lvl4pPr>
            <a:lvl5pPr>
              <a:defRPr sz="3675" b="1">
                <a:solidFill>
                  <a:srgbClr val="FF6B7A"/>
                </a:solidFill>
              </a:defRPr>
            </a:lvl5pPr>
            <a:lvl6pPr>
              <a:defRPr sz="3675" b="1">
                <a:solidFill>
                  <a:srgbClr val="FF6B7A"/>
                </a:solidFill>
              </a:defRPr>
            </a:lvl6pPr>
            <a:lvl7pPr>
              <a:defRPr sz="3675" b="1">
                <a:solidFill>
                  <a:srgbClr val="FF6B7A"/>
                </a:solidFill>
              </a:defRPr>
            </a:lvl7pPr>
            <a:lvl8pPr>
              <a:defRPr sz="3675" b="1">
                <a:solidFill>
                  <a:srgbClr val="FF6B7A"/>
                </a:solidFill>
              </a:defRPr>
            </a:lvl8pPr>
            <a:lvl9pPr>
              <a:defRPr sz="3675" b="1">
                <a:solidFill>
                  <a:srgbClr val="FF6B7A"/>
                </a:solidFill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FF6B7A"/>
                </a:solidFill>
              </a:defRPr>
            </a:pPr>
            <a:r>
              <a:rPr sz="3675" b="1">
                <a:solidFill>
                  <a:srgbClr val="FF6B7A"/>
                </a:solidFill>
              </a:rPr>
              <a:t>Z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B325D7-E6CD-4721-9023-14D135464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EDF3FA"/>
                </a:solidFill>
              </a:defRPr>
            </a:defPPr>
            <a:lvl1pPr>
              <a:defRPr sz="1800" b="0">
                <a:solidFill>
                  <a:srgbClr val="EDF3FA"/>
                </a:solidFill>
              </a:defRPr>
            </a:lvl1pPr>
            <a:lvl2pPr>
              <a:defRPr sz="1800" b="0">
                <a:solidFill>
                  <a:srgbClr val="EDF3FA"/>
                </a:solidFill>
              </a:defRPr>
            </a:lvl2pPr>
            <a:lvl3pPr>
              <a:defRPr sz="1800" b="0">
                <a:solidFill>
                  <a:srgbClr val="EDF3FA"/>
                </a:solidFill>
              </a:defRPr>
            </a:lvl3pPr>
            <a:lvl4pPr>
              <a:defRPr sz="1800" b="0">
                <a:solidFill>
                  <a:srgbClr val="EDF3FA"/>
                </a:solidFill>
              </a:defRPr>
            </a:lvl4pPr>
            <a:lvl5pPr>
              <a:defRPr sz="1800" b="0">
                <a:solidFill>
                  <a:srgbClr val="EDF3FA"/>
                </a:solidFill>
              </a:defRPr>
            </a:lvl5pPr>
            <a:lvl6pPr>
              <a:defRPr sz="1800" b="0">
                <a:solidFill>
                  <a:srgbClr val="EDF3FA"/>
                </a:solidFill>
              </a:defRPr>
            </a:lvl6pPr>
            <a:lvl7pPr>
              <a:defRPr sz="1800" b="0">
                <a:solidFill>
                  <a:srgbClr val="EDF3FA"/>
                </a:solidFill>
              </a:defRPr>
            </a:lvl7pPr>
            <a:lvl8pPr>
              <a:defRPr sz="1800" b="0">
                <a:solidFill>
                  <a:srgbClr val="EDF3FA"/>
                </a:solidFill>
              </a:defRPr>
            </a:lvl8pPr>
            <a:lvl9pPr>
              <a:defRPr sz="1800" b="0">
                <a:solidFill>
                  <a:srgbClr val="EDF3FA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EDF3FA"/>
                </a:solidFill>
              </a:defRPr>
            </a:pPr>
            <a:r>
              <a:rPr sz="1800" b="0">
                <a:solidFill>
                  <a:srgbClr val="EDF3FA"/>
                </a:solidFill>
              </a:rPr>
              <a:t>Zombie / defunct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20D67F-4477-45A4-B0B5-A372BBC5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19575"/>
            <a:ext cx="247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75" b="1">
                <a:solidFill>
                  <a:srgbClr val="54D9E8"/>
                </a:solidFill>
              </a:defRPr>
            </a:defPPr>
            <a:lvl1pPr>
              <a:defRPr sz="3675" b="1">
                <a:solidFill>
                  <a:srgbClr val="54D9E8"/>
                </a:solidFill>
              </a:defRPr>
            </a:lvl1pPr>
            <a:lvl2pPr>
              <a:defRPr sz="3675" b="1">
                <a:solidFill>
                  <a:srgbClr val="54D9E8"/>
                </a:solidFill>
              </a:defRPr>
            </a:lvl2pPr>
            <a:lvl3pPr>
              <a:defRPr sz="3675" b="1">
                <a:solidFill>
                  <a:srgbClr val="54D9E8"/>
                </a:solidFill>
              </a:defRPr>
            </a:lvl3pPr>
            <a:lvl4pPr>
              <a:defRPr sz="3675" b="1">
                <a:solidFill>
                  <a:srgbClr val="54D9E8"/>
                </a:solidFill>
              </a:defRPr>
            </a:lvl4pPr>
            <a:lvl5pPr>
              <a:defRPr sz="3675" b="1">
                <a:solidFill>
                  <a:srgbClr val="54D9E8"/>
                </a:solidFill>
              </a:defRPr>
            </a:lvl5pPr>
            <a:lvl6pPr>
              <a:defRPr sz="3675" b="1">
                <a:solidFill>
                  <a:srgbClr val="54D9E8"/>
                </a:solidFill>
              </a:defRPr>
            </a:lvl6pPr>
            <a:lvl7pPr>
              <a:defRPr sz="3675" b="1">
                <a:solidFill>
                  <a:srgbClr val="54D9E8"/>
                </a:solidFill>
              </a:defRPr>
            </a:lvl7pPr>
            <a:lvl8pPr>
              <a:defRPr sz="3675" b="1">
                <a:solidFill>
                  <a:srgbClr val="54D9E8"/>
                </a:solidFill>
              </a:defRPr>
            </a:lvl8pPr>
            <a:lvl9pPr>
              <a:defRPr sz="3675" b="1">
                <a:solidFill>
                  <a:srgbClr val="54D9E8"/>
                </a:solidFill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54D9E8"/>
                </a:solidFill>
              </a:defRPr>
            </a:pPr>
            <a:r>
              <a:rPr sz="3675" b="1">
                <a:solidFill>
                  <a:srgbClr val="54D9E8"/>
                </a:solidFill>
              </a:rPr>
              <a:t>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BEEBCA-BC04-4BD3-BB53-AC16102B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905375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EDF3FA"/>
                </a:solidFill>
              </a:defRPr>
            </a:defPPr>
            <a:lvl1pPr>
              <a:defRPr sz="1800" b="0">
                <a:solidFill>
                  <a:srgbClr val="EDF3FA"/>
                </a:solidFill>
              </a:defRPr>
            </a:lvl1pPr>
            <a:lvl2pPr>
              <a:defRPr sz="1800" b="0">
                <a:solidFill>
                  <a:srgbClr val="EDF3FA"/>
                </a:solidFill>
              </a:defRPr>
            </a:lvl2pPr>
            <a:lvl3pPr>
              <a:defRPr sz="1800" b="0">
                <a:solidFill>
                  <a:srgbClr val="EDF3FA"/>
                </a:solidFill>
              </a:defRPr>
            </a:lvl3pPr>
            <a:lvl4pPr>
              <a:defRPr sz="1800" b="0">
                <a:solidFill>
                  <a:srgbClr val="EDF3FA"/>
                </a:solidFill>
              </a:defRPr>
            </a:lvl4pPr>
            <a:lvl5pPr>
              <a:defRPr sz="1800" b="0">
                <a:solidFill>
                  <a:srgbClr val="EDF3FA"/>
                </a:solidFill>
              </a:defRPr>
            </a:lvl5pPr>
            <a:lvl6pPr>
              <a:defRPr sz="1800" b="0">
                <a:solidFill>
                  <a:srgbClr val="EDF3FA"/>
                </a:solidFill>
              </a:defRPr>
            </a:lvl6pPr>
            <a:lvl7pPr>
              <a:defRPr sz="1800" b="0">
                <a:solidFill>
                  <a:srgbClr val="EDF3FA"/>
                </a:solidFill>
              </a:defRPr>
            </a:lvl7pPr>
            <a:lvl8pPr>
              <a:defRPr sz="1800" b="0">
                <a:solidFill>
                  <a:srgbClr val="EDF3FA"/>
                </a:solidFill>
              </a:defRPr>
            </a:lvl8pPr>
            <a:lvl9pPr>
              <a:defRPr sz="1800" b="0">
                <a:solidFill>
                  <a:srgbClr val="EDF3FA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EDF3FA"/>
                </a:solidFill>
              </a:defRPr>
            </a:pPr>
            <a:r>
              <a:rPr sz="1800" b="0">
                <a:solidFill>
                  <a:srgbClr val="EDF3FA"/>
                </a:solidFill>
              </a:rPr>
              <a:t>Sleeping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4E4214-B407-44AD-AD15-404426C3F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19575"/>
            <a:ext cx="247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75" b="1">
                <a:solidFill>
                  <a:srgbClr val="54D9E8"/>
                </a:solidFill>
              </a:defRPr>
            </a:defPPr>
            <a:lvl1pPr>
              <a:defRPr sz="3675" b="1">
                <a:solidFill>
                  <a:srgbClr val="54D9E8"/>
                </a:solidFill>
              </a:defRPr>
            </a:lvl1pPr>
            <a:lvl2pPr>
              <a:defRPr sz="3675" b="1">
                <a:solidFill>
                  <a:srgbClr val="54D9E8"/>
                </a:solidFill>
              </a:defRPr>
            </a:lvl2pPr>
            <a:lvl3pPr>
              <a:defRPr sz="3675" b="1">
                <a:solidFill>
                  <a:srgbClr val="54D9E8"/>
                </a:solidFill>
              </a:defRPr>
            </a:lvl3pPr>
            <a:lvl4pPr>
              <a:defRPr sz="3675" b="1">
                <a:solidFill>
                  <a:srgbClr val="54D9E8"/>
                </a:solidFill>
              </a:defRPr>
            </a:lvl4pPr>
            <a:lvl5pPr>
              <a:defRPr sz="3675" b="1">
                <a:solidFill>
                  <a:srgbClr val="54D9E8"/>
                </a:solidFill>
              </a:defRPr>
            </a:lvl5pPr>
            <a:lvl6pPr>
              <a:defRPr sz="3675" b="1">
                <a:solidFill>
                  <a:srgbClr val="54D9E8"/>
                </a:solidFill>
              </a:defRPr>
            </a:lvl6pPr>
            <a:lvl7pPr>
              <a:defRPr sz="3675" b="1">
                <a:solidFill>
                  <a:srgbClr val="54D9E8"/>
                </a:solidFill>
              </a:defRPr>
            </a:lvl7pPr>
            <a:lvl8pPr>
              <a:defRPr sz="3675" b="1">
                <a:solidFill>
                  <a:srgbClr val="54D9E8"/>
                </a:solidFill>
              </a:defRPr>
            </a:lvl8pPr>
            <a:lvl9pPr>
              <a:defRPr sz="3675" b="1">
                <a:solidFill>
                  <a:srgbClr val="54D9E8"/>
                </a:solidFill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54D9E8"/>
                </a:solidFill>
              </a:defRPr>
            </a:pPr>
            <a:r>
              <a:rPr sz="3675" b="1">
                <a:solidFill>
                  <a:srgbClr val="54D9E8"/>
                </a:solidFill>
              </a:rPr>
              <a:t>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DAB8D3-7A57-4F0B-A847-EE8723E32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905375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EDF3FA"/>
                </a:solidFill>
              </a:defRPr>
            </a:defPPr>
            <a:lvl1pPr>
              <a:defRPr sz="1800" b="0">
                <a:solidFill>
                  <a:srgbClr val="EDF3FA"/>
                </a:solidFill>
              </a:defRPr>
            </a:lvl1pPr>
            <a:lvl2pPr>
              <a:defRPr sz="1800" b="0">
                <a:solidFill>
                  <a:srgbClr val="EDF3FA"/>
                </a:solidFill>
              </a:defRPr>
            </a:lvl2pPr>
            <a:lvl3pPr>
              <a:defRPr sz="1800" b="0">
                <a:solidFill>
                  <a:srgbClr val="EDF3FA"/>
                </a:solidFill>
              </a:defRPr>
            </a:lvl3pPr>
            <a:lvl4pPr>
              <a:defRPr sz="1800" b="0">
                <a:solidFill>
                  <a:srgbClr val="EDF3FA"/>
                </a:solidFill>
              </a:defRPr>
            </a:lvl4pPr>
            <a:lvl5pPr>
              <a:defRPr sz="1800" b="0">
                <a:solidFill>
                  <a:srgbClr val="EDF3FA"/>
                </a:solidFill>
              </a:defRPr>
            </a:lvl5pPr>
            <a:lvl6pPr>
              <a:defRPr sz="1800" b="0">
                <a:solidFill>
                  <a:srgbClr val="EDF3FA"/>
                </a:solidFill>
              </a:defRPr>
            </a:lvl6pPr>
            <a:lvl7pPr>
              <a:defRPr sz="1800" b="0">
                <a:solidFill>
                  <a:srgbClr val="EDF3FA"/>
                </a:solidFill>
              </a:defRPr>
            </a:lvl7pPr>
            <a:lvl8pPr>
              <a:defRPr sz="1800" b="0">
                <a:solidFill>
                  <a:srgbClr val="EDF3FA"/>
                </a:solidFill>
              </a:defRPr>
            </a:lvl8pPr>
            <a:lvl9pPr>
              <a:defRPr sz="1800" b="0">
                <a:solidFill>
                  <a:srgbClr val="EDF3FA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EDF3FA"/>
                </a:solidFill>
              </a:defRPr>
            </a:pPr>
            <a:r>
              <a:rPr sz="1800" b="0">
                <a:solidFill>
                  <a:srgbClr val="EDF3FA"/>
                </a:solidFill>
              </a:rPr>
              <a:t>Running / runnable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8184A3-B8CB-4274-8ACF-F4D5922A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219575"/>
            <a:ext cx="247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75" b="1">
                <a:solidFill>
                  <a:srgbClr val="54D9E8"/>
                </a:solidFill>
              </a:defRPr>
            </a:defPPr>
            <a:lvl1pPr>
              <a:defRPr sz="3675" b="1">
                <a:solidFill>
                  <a:srgbClr val="54D9E8"/>
                </a:solidFill>
              </a:defRPr>
            </a:lvl1pPr>
            <a:lvl2pPr>
              <a:defRPr sz="3675" b="1">
                <a:solidFill>
                  <a:srgbClr val="54D9E8"/>
                </a:solidFill>
              </a:defRPr>
            </a:lvl2pPr>
            <a:lvl3pPr>
              <a:defRPr sz="3675" b="1">
                <a:solidFill>
                  <a:srgbClr val="54D9E8"/>
                </a:solidFill>
              </a:defRPr>
            </a:lvl3pPr>
            <a:lvl4pPr>
              <a:defRPr sz="3675" b="1">
                <a:solidFill>
                  <a:srgbClr val="54D9E8"/>
                </a:solidFill>
              </a:defRPr>
            </a:lvl4pPr>
            <a:lvl5pPr>
              <a:defRPr sz="3675" b="1">
                <a:solidFill>
                  <a:srgbClr val="54D9E8"/>
                </a:solidFill>
              </a:defRPr>
            </a:lvl5pPr>
            <a:lvl6pPr>
              <a:defRPr sz="3675" b="1">
                <a:solidFill>
                  <a:srgbClr val="54D9E8"/>
                </a:solidFill>
              </a:defRPr>
            </a:lvl6pPr>
            <a:lvl7pPr>
              <a:defRPr sz="3675" b="1">
                <a:solidFill>
                  <a:srgbClr val="54D9E8"/>
                </a:solidFill>
              </a:defRPr>
            </a:lvl7pPr>
            <a:lvl8pPr>
              <a:defRPr sz="3675" b="1">
                <a:solidFill>
                  <a:srgbClr val="54D9E8"/>
                </a:solidFill>
              </a:defRPr>
            </a:lvl8pPr>
            <a:lvl9pPr>
              <a:defRPr sz="3675" b="1">
                <a:solidFill>
                  <a:srgbClr val="54D9E8"/>
                </a:solidFill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54D9E8"/>
                </a:solidFill>
              </a:defRPr>
            </a:pPr>
            <a:r>
              <a:rPr sz="3675" b="1">
                <a:solidFill>
                  <a:srgbClr val="54D9E8"/>
                </a:solidFill>
              </a:rPr>
              <a:t>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5614DD-8443-4790-AC38-F166FAA98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905375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EDF3FA"/>
                </a:solidFill>
              </a:defRPr>
            </a:defPPr>
            <a:lvl1pPr>
              <a:defRPr sz="1800" b="0">
                <a:solidFill>
                  <a:srgbClr val="EDF3FA"/>
                </a:solidFill>
              </a:defRPr>
            </a:lvl1pPr>
            <a:lvl2pPr>
              <a:defRPr sz="1800" b="0">
                <a:solidFill>
                  <a:srgbClr val="EDF3FA"/>
                </a:solidFill>
              </a:defRPr>
            </a:lvl2pPr>
            <a:lvl3pPr>
              <a:defRPr sz="1800" b="0">
                <a:solidFill>
                  <a:srgbClr val="EDF3FA"/>
                </a:solidFill>
              </a:defRPr>
            </a:lvl3pPr>
            <a:lvl4pPr>
              <a:defRPr sz="1800" b="0">
                <a:solidFill>
                  <a:srgbClr val="EDF3FA"/>
                </a:solidFill>
              </a:defRPr>
            </a:lvl4pPr>
            <a:lvl5pPr>
              <a:defRPr sz="1800" b="0">
                <a:solidFill>
                  <a:srgbClr val="EDF3FA"/>
                </a:solidFill>
              </a:defRPr>
            </a:lvl5pPr>
            <a:lvl6pPr>
              <a:defRPr sz="1800" b="0">
                <a:solidFill>
                  <a:srgbClr val="EDF3FA"/>
                </a:solidFill>
              </a:defRPr>
            </a:lvl6pPr>
            <a:lvl7pPr>
              <a:defRPr sz="1800" b="0">
                <a:solidFill>
                  <a:srgbClr val="EDF3FA"/>
                </a:solidFill>
              </a:defRPr>
            </a:lvl7pPr>
            <a:lvl8pPr>
              <a:defRPr sz="1800" b="0">
                <a:solidFill>
                  <a:srgbClr val="EDF3FA"/>
                </a:solidFill>
              </a:defRPr>
            </a:lvl8pPr>
            <a:lvl9pPr>
              <a:defRPr sz="1800" b="0">
                <a:solidFill>
                  <a:srgbClr val="EDF3FA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EDF3FA"/>
                </a:solidFill>
              </a:defRPr>
            </a:pPr>
            <a:r>
              <a:rPr sz="1800" b="0">
                <a:solidFill>
                  <a:srgbClr val="EDF3FA"/>
                </a:solidFill>
              </a:rPr>
              <a:t>Uninterruptible sleep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691F27-B30F-4C83-90A2-9164E56CC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AFBED1"/>
                </a:solidFill>
              </a:defRPr>
            </a:defPPr>
            <a:lvl1pPr>
              <a:defRPr sz="1800" b="0">
                <a:solidFill>
                  <a:srgbClr val="AFBED1"/>
                </a:solidFill>
              </a:defRPr>
            </a:lvl1pPr>
            <a:lvl2pPr>
              <a:defRPr sz="1800" b="0">
                <a:solidFill>
                  <a:srgbClr val="AFBED1"/>
                </a:solidFill>
              </a:defRPr>
            </a:lvl2pPr>
            <a:lvl3pPr>
              <a:defRPr sz="1800" b="0">
                <a:solidFill>
                  <a:srgbClr val="AFBED1"/>
                </a:solidFill>
              </a:defRPr>
            </a:lvl3pPr>
            <a:lvl4pPr>
              <a:defRPr sz="1800" b="0">
                <a:solidFill>
                  <a:srgbClr val="AFBED1"/>
                </a:solidFill>
              </a:defRPr>
            </a:lvl4pPr>
            <a:lvl5pPr>
              <a:defRPr sz="1800" b="0">
                <a:solidFill>
                  <a:srgbClr val="AFBED1"/>
                </a:solidFill>
              </a:defRPr>
            </a:lvl5pPr>
            <a:lvl6pPr>
              <a:defRPr sz="1800" b="0">
                <a:solidFill>
                  <a:srgbClr val="AFBED1"/>
                </a:solidFill>
              </a:defRPr>
            </a:lvl6pPr>
            <a:lvl7pPr>
              <a:defRPr sz="1800" b="0">
                <a:solidFill>
                  <a:srgbClr val="AFBED1"/>
                </a:solidFill>
              </a:defRPr>
            </a:lvl7pPr>
            <a:lvl8pPr>
              <a:defRPr sz="1800" b="0">
                <a:solidFill>
                  <a:srgbClr val="AFBED1"/>
                </a:solidFill>
              </a:defRPr>
            </a:lvl8pPr>
            <a:lvl9pPr>
              <a:defRPr sz="1800" b="0">
                <a:solidFill>
                  <a:srgbClr val="AFBED1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AFBED1"/>
                </a:solidFill>
              </a:defRPr>
            </a:pPr>
            <a:r>
              <a:rPr sz="1800" b="0">
                <a:solidFill>
                  <a:srgbClr val="AFBED1"/>
                </a:solidFill>
              </a:rPr>
              <a:t>Scan resilience: skip vanished entries (ENOENT) and unreadable entries (EACCES).</a:t>
            </a:r>
          </a:p>
        </p:txBody>
      </p:sp>
    </p:spTree>
    <p:extLst>
      <p:ext uri="{BB962C8B-B14F-4D97-AF65-F5344CB8AC3E}">
        <p14:creationId xmlns:p14="http://schemas.microsoft.com/office/powerpoint/2010/main" val="1696717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241210-F840-4244-B33A-0CD999603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EDF3FA"/>
                </a:solidFill>
              </a:defRPr>
            </a:defPPr>
            <a:lvl1pPr>
              <a:defRPr sz="3225" b="1">
                <a:solidFill>
                  <a:srgbClr val="EDF3FA"/>
                </a:solidFill>
              </a:defRPr>
            </a:lvl1pPr>
            <a:lvl2pPr>
              <a:defRPr sz="3225" b="1">
                <a:solidFill>
                  <a:srgbClr val="EDF3FA"/>
                </a:solidFill>
              </a:defRPr>
            </a:lvl2pPr>
            <a:lvl3pPr>
              <a:defRPr sz="3225" b="1">
                <a:solidFill>
                  <a:srgbClr val="EDF3FA"/>
                </a:solidFill>
              </a:defRPr>
            </a:lvl3pPr>
            <a:lvl4pPr>
              <a:defRPr sz="3225" b="1">
                <a:solidFill>
                  <a:srgbClr val="EDF3FA"/>
                </a:solidFill>
              </a:defRPr>
            </a:lvl4pPr>
            <a:lvl5pPr>
              <a:defRPr sz="3225" b="1">
                <a:solidFill>
                  <a:srgbClr val="EDF3FA"/>
                </a:solidFill>
              </a:defRPr>
            </a:lvl5pPr>
            <a:lvl6pPr>
              <a:defRPr sz="3225" b="1">
                <a:solidFill>
                  <a:srgbClr val="EDF3FA"/>
                </a:solidFill>
              </a:defRPr>
            </a:lvl6pPr>
            <a:lvl7pPr>
              <a:defRPr sz="3225" b="1">
                <a:solidFill>
                  <a:srgbClr val="EDF3FA"/>
                </a:solidFill>
              </a:defRPr>
            </a:lvl7pPr>
            <a:lvl8pPr>
              <a:defRPr sz="3225" b="1">
                <a:solidFill>
                  <a:srgbClr val="EDF3FA"/>
                </a:solidFill>
              </a:defRPr>
            </a:lvl8pPr>
            <a:lvl9pPr>
              <a:defRPr sz="3225" b="1">
                <a:solidFill>
                  <a:srgbClr val="EDF3FA"/>
                </a:solidFill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EDF3FA"/>
                </a:solidFill>
              </a:defRPr>
            </a:pPr>
            <a:r>
              <a:rPr sz="3225" b="1">
                <a:solidFill>
                  <a:srgbClr val="EDF3FA"/>
                </a:solidFill>
              </a:rPr>
              <a:t>Dashboard and secure local 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DA08C6-C42C-4D22-8550-194CAD59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AFBED1"/>
                </a:solidFill>
              </a:defRPr>
            </a:defPPr>
            <a:lvl1pPr>
              <a:defRPr sz="1350" b="0">
                <a:solidFill>
                  <a:srgbClr val="AFBED1"/>
                </a:solidFill>
              </a:defRPr>
            </a:lvl1pPr>
            <a:lvl2pPr>
              <a:defRPr sz="1350" b="0">
                <a:solidFill>
                  <a:srgbClr val="AFBED1"/>
                </a:solidFill>
              </a:defRPr>
            </a:lvl2pPr>
            <a:lvl3pPr>
              <a:defRPr sz="1350" b="0">
                <a:solidFill>
                  <a:srgbClr val="AFBED1"/>
                </a:solidFill>
              </a:defRPr>
            </a:lvl3pPr>
            <a:lvl4pPr>
              <a:defRPr sz="1350" b="0">
                <a:solidFill>
                  <a:srgbClr val="AFBED1"/>
                </a:solidFill>
              </a:defRPr>
            </a:lvl4pPr>
            <a:lvl5pPr>
              <a:defRPr sz="1350" b="0">
                <a:solidFill>
                  <a:srgbClr val="AFBED1"/>
                </a:solidFill>
              </a:defRPr>
            </a:lvl5pPr>
            <a:lvl6pPr>
              <a:defRPr sz="1350" b="0">
                <a:solidFill>
                  <a:srgbClr val="AFBED1"/>
                </a:solidFill>
              </a:defRPr>
            </a:lvl6pPr>
            <a:lvl7pPr>
              <a:defRPr sz="1350" b="0">
                <a:solidFill>
                  <a:srgbClr val="AFBED1"/>
                </a:solidFill>
              </a:defRPr>
            </a:lvl7pPr>
            <a:lvl8pPr>
              <a:defRPr sz="1350" b="0">
                <a:solidFill>
                  <a:srgbClr val="AFBED1"/>
                </a:solidFill>
              </a:defRPr>
            </a:lvl8pPr>
            <a:lvl9pPr>
              <a:defRPr sz="1350" b="0">
                <a:solidFill>
                  <a:srgbClr val="AFBED1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FBED1"/>
                </a:solidFill>
              </a:defRPr>
            </a:pPr>
            <a:r>
              <a:rPr sz="1350" b="0">
                <a:solidFill>
                  <a:srgbClr val="AFBED1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8F479C-F9EF-4FE2-80B8-F169C71EE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10953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54D9E8"/>
                </a:solidFill>
              </a:defRPr>
            </a:defPPr>
            <a:lvl1pPr>
              <a:defRPr sz="2100" b="1">
                <a:solidFill>
                  <a:srgbClr val="54D9E8"/>
                </a:solidFill>
              </a:defRPr>
            </a:lvl1pPr>
            <a:lvl2pPr>
              <a:defRPr sz="2100" b="1">
                <a:solidFill>
                  <a:srgbClr val="54D9E8"/>
                </a:solidFill>
              </a:defRPr>
            </a:lvl2pPr>
            <a:lvl3pPr>
              <a:defRPr sz="2100" b="1">
                <a:solidFill>
                  <a:srgbClr val="54D9E8"/>
                </a:solidFill>
              </a:defRPr>
            </a:lvl3pPr>
            <a:lvl4pPr>
              <a:defRPr sz="2100" b="1">
                <a:solidFill>
                  <a:srgbClr val="54D9E8"/>
                </a:solidFill>
              </a:defRPr>
            </a:lvl4pPr>
            <a:lvl5pPr>
              <a:defRPr sz="2100" b="1">
                <a:solidFill>
                  <a:srgbClr val="54D9E8"/>
                </a:solidFill>
              </a:defRPr>
            </a:lvl5pPr>
            <a:lvl6pPr>
              <a:defRPr sz="2100" b="1">
                <a:solidFill>
                  <a:srgbClr val="54D9E8"/>
                </a:solidFill>
              </a:defRPr>
            </a:lvl6pPr>
            <a:lvl7pPr>
              <a:defRPr sz="2100" b="1">
                <a:solidFill>
                  <a:srgbClr val="54D9E8"/>
                </a:solidFill>
              </a:defRPr>
            </a:lvl7pPr>
            <a:lvl8pPr>
              <a:defRPr sz="2100" b="1">
                <a:solidFill>
                  <a:srgbClr val="54D9E8"/>
                </a:solidFill>
              </a:defRPr>
            </a:lvl8pPr>
            <a:lvl9pPr>
              <a:defRPr sz="2100" b="1">
                <a:solidFill>
                  <a:srgbClr val="54D9E8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54D9E8"/>
                </a:solidFill>
              </a:defRPr>
            </a:pPr>
            <a:r>
              <a:rPr sz="2100" b="1">
                <a:solidFill>
                  <a:srgbClr val="54D9E8"/>
                </a:solidFill>
              </a:rPr>
              <a:t>Python standard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A7A20B-61F5-4C82-B258-5A02B4701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AFBED1"/>
                </a:solidFill>
              </a:defRPr>
            </a:defPPr>
            <a:lvl1pPr>
              <a:defRPr sz="1875" b="0">
                <a:solidFill>
                  <a:srgbClr val="AFBED1"/>
                </a:solidFill>
              </a:defRPr>
            </a:lvl1pPr>
            <a:lvl2pPr>
              <a:defRPr sz="1875" b="0">
                <a:solidFill>
                  <a:srgbClr val="AFBED1"/>
                </a:solidFill>
              </a:defRPr>
            </a:lvl2pPr>
            <a:lvl3pPr>
              <a:defRPr sz="1875" b="0">
                <a:solidFill>
                  <a:srgbClr val="AFBED1"/>
                </a:solidFill>
              </a:defRPr>
            </a:lvl3pPr>
            <a:lvl4pPr>
              <a:defRPr sz="1875" b="0">
                <a:solidFill>
                  <a:srgbClr val="AFBED1"/>
                </a:solidFill>
              </a:defRPr>
            </a:lvl4pPr>
            <a:lvl5pPr>
              <a:defRPr sz="1875" b="0">
                <a:solidFill>
                  <a:srgbClr val="AFBED1"/>
                </a:solidFill>
              </a:defRPr>
            </a:lvl5pPr>
            <a:lvl6pPr>
              <a:defRPr sz="1875" b="0">
                <a:solidFill>
                  <a:srgbClr val="AFBED1"/>
                </a:solidFill>
              </a:defRPr>
            </a:lvl6pPr>
            <a:lvl7pPr>
              <a:defRPr sz="1875" b="0">
                <a:solidFill>
                  <a:srgbClr val="AFBED1"/>
                </a:solidFill>
              </a:defRPr>
            </a:lvl7pPr>
            <a:lvl8pPr>
              <a:defRPr sz="1875" b="0">
                <a:solidFill>
                  <a:srgbClr val="AFBED1"/>
                </a:solidFill>
              </a:defRPr>
            </a:lvl8pPr>
            <a:lvl9pPr>
              <a:defRPr sz="1875" b="0">
                <a:solidFill>
                  <a:srgbClr val="AFBED1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AFBED1"/>
                </a:solidFill>
              </a:defRPr>
            </a:pPr>
            <a:r>
              <a:rPr sz="1875" b="0">
                <a:solidFill>
                  <a:srgbClr val="AFBED1"/>
                </a:solidFill>
              </a:rPr>
              <a:t>http.server provides the local backend. No Flask, pip packages or Node.js runtime required.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233E2F-0DEA-4B1F-92E9-3F8B9CB11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0953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54D9E8"/>
                </a:solidFill>
              </a:defRPr>
            </a:defPPr>
            <a:lvl1pPr>
              <a:defRPr sz="2100" b="1">
                <a:solidFill>
                  <a:srgbClr val="54D9E8"/>
                </a:solidFill>
              </a:defRPr>
            </a:lvl1pPr>
            <a:lvl2pPr>
              <a:defRPr sz="2100" b="1">
                <a:solidFill>
                  <a:srgbClr val="54D9E8"/>
                </a:solidFill>
              </a:defRPr>
            </a:lvl2pPr>
            <a:lvl3pPr>
              <a:defRPr sz="2100" b="1">
                <a:solidFill>
                  <a:srgbClr val="54D9E8"/>
                </a:solidFill>
              </a:defRPr>
            </a:lvl3pPr>
            <a:lvl4pPr>
              <a:defRPr sz="2100" b="1">
                <a:solidFill>
                  <a:srgbClr val="54D9E8"/>
                </a:solidFill>
              </a:defRPr>
            </a:lvl4pPr>
            <a:lvl5pPr>
              <a:defRPr sz="2100" b="1">
                <a:solidFill>
                  <a:srgbClr val="54D9E8"/>
                </a:solidFill>
              </a:defRPr>
            </a:lvl5pPr>
            <a:lvl6pPr>
              <a:defRPr sz="2100" b="1">
                <a:solidFill>
                  <a:srgbClr val="54D9E8"/>
                </a:solidFill>
              </a:defRPr>
            </a:lvl6pPr>
            <a:lvl7pPr>
              <a:defRPr sz="2100" b="1">
                <a:solidFill>
                  <a:srgbClr val="54D9E8"/>
                </a:solidFill>
              </a:defRPr>
            </a:lvl7pPr>
            <a:lvl8pPr>
              <a:defRPr sz="2100" b="1">
                <a:solidFill>
                  <a:srgbClr val="54D9E8"/>
                </a:solidFill>
              </a:defRPr>
            </a:lvl8pPr>
            <a:lvl9pPr>
              <a:defRPr sz="2100" b="1">
                <a:solidFill>
                  <a:srgbClr val="54D9E8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54D9E8"/>
                </a:solidFill>
              </a:defRPr>
            </a:pPr>
            <a:r>
              <a:rPr sz="2100" b="1">
                <a:solidFill>
                  <a:srgbClr val="54D9E8"/>
                </a:solidFill>
              </a:rPr>
              <a:t>Local and read-only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F1D218-2BE3-43A2-81C6-8791BBAD4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AFBED1"/>
                </a:solidFill>
              </a:defRPr>
            </a:defPPr>
            <a:lvl1pPr>
              <a:defRPr sz="1875" b="0">
                <a:solidFill>
                  <a:srgbClr val="AFBED1"/>
                </a:solidFill>
              </a:defRPr>
            </a:lvl1pPr>
            <a:lvl2pPr>
              <a:defRPr sz="1875" b="0">
                <a:solidFill>
                  <a:srgbClr val="AFBED1"/>
                </a:solidFill>
              </a:defRPr>
            </a:lvl2pPr>
            <a:lvl3pPr>
              <a:defRPr sz="1875" b="0">
                <a:solidFill>
                  <a:srgbClr val="AFBED1"/>
                </a:solidFill>
              </a:defRPr>
            </a:lvl3pPr>
            <a:lvl4pPr>
              <a:defRPr sz="1875" b="0">
                <a:solidFill>
                  <a:srgbClr val="AFBED1"/>
                </a:solidFill>
              </a:defRPr>
            </a:lvl4pPr>
            <a:lvl5pPr>
              <a:defRPr sz="1875" b="0">
                <a:solidFill>
                  <a:srgbClr val="AFBED1"/>
                </a:solidFill>
              </a:defRPr>
            </a:lvl5pPr>
            <a:lvl6pPr>
              <a:defRPr sz="1875" b="0">
                <a:solidFill>
                  <a:srgbClr val="AFBED1"/>
                </a:solidFill>
              </a:defRPr>
            </a:lvl6pPr>
            <a:lvl7pPr>
              <a:defRPr sz="1875" b="0">
                <a:solidFill>
                  <a:srgbClr val="AFBED1"/>
                </a:solidFill>
              </a:defRPr>
            </a:lvl7pPr>
            <a:lvl8pPr>
              <a:defRPr sz="1875" b="0">
                <a:solidFill>
                  <a:srgbClr val="AFBED1"/>
                </a:solidFill>
              </a:defRPr>
            </a:lvl8pPr>
            <a:lvl9pPr>
              <a:defRPr sz="1875" b="0">
                <a:solidFill>
                  <a:srgbClr val="AFBED1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AFBED1"/>
                </a:solidFill>
              </a:defRPr>
            </a:pPr>
            <a:r>
              <a:rPr sz="1875" b="0">
                <a:solidFill>
                  <a:srgbClr val="AFBED1"/>
                </a:solidFill>
              </a:rPr>
              <a:t>Bind to 127.0.0.1. Run ./bin/processcope --json without a shell. Expose no kill or modifying endpoints.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CF174F-422F-404F-A4A2-21D4F938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10953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54D9E8"/>
                </a:solidFill>
              </a:defRPr>
            </a:defPPr>
            <a:lvl1pPr>
              <a:defRPr sz="2100" b="1">
                <a:solidFill>
                  <a:srgbClr val="54D9E8"/>
                </a:solidFill>
              </a:defRPr>
            </a:lvl1pPr>
            <a:lvl2pPr>
              <a:defRPr sz="2100" b="1">
                <a:solidFill>
                  <a:srgbClr val="54D9E8"/>
                </a:solidFill>
              </a:defRPr>
            </a:lvl2pPr>
            <a:lvl3pPr>
              <a:defRPr sz="2100" b="1">
                <a:solidFill>
                  <a:srgbClr val="54D9E8"/>
                </a:solidFill>
              </a:defRPr>
            </a:lvl3pPr>
            <a:lvl4pPr>
              <a:defRPr sz="2100" b="1">
                <a:solidFill>
                  <a:srgbClr val="54D9E8"/>
                </a:solidFill>
              </a:defRPr>
            </a:lvl4pPr>
            <a:lvl5pPr>
              <a:defRPr sz="2100" b="1">
                <a:solidFill>
                  <a:srgbClr val="54D9E8"/>
                </a:solidFill>
              </a:defRPr>
            </a:lvl5pPr>
            <a:lvl6pPr>
              <a:defRPr sz="2100" b="1">
                <a:solidFill>
                  <a:srgbClr val="54D9E8"/>
                </a:solidFill>
              </a:defRPr>
            </a:lvl6pPr>
            <a:lvl7pPr>
              <a:defRPr sz="2100" b="1">
                <a:solidFill>
                  <a:srgbClr val="54D9E8"/>
                </a:solidFill>
              </a:defRPr>
            </a:lvl7pPr>
            <a:lvl8pPr>
              <a:defRPr sz="2100" b="1">
                <a:solidFill>
                  <a:srgbClr val="54D9E8"/>
                </a:solidFill>
              </a:defRPr>
            </a:lvl8pPr>
            <a:lvl9pPr>
              <a:defRPr sz="2100" b="1">
                <a:solidFill>
                  <a:srgbClr val="54D9E8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54D9E8"/>
                </a:solidFill>
              </a:defRPr>
            </a:pPr>
            <a:r>
              <a:rPr sz="2100" b="1">
                <a:solidFill>
                  <a:srgbClr val="54D9E8"/>
                </a:solidFill>
              </a:rPr>
              <a:t>Three-second refresh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5E6F40-C130-4286-9BF9-0A4613F80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AFBED1"/>
                </a:solidFill>
              </a:defRPr>
            </a:defPPr>
            <a:lvl1pPr>
              <a:defRPr sz="1875" b="0">
                <a:solidFill>
                  <a:srgbClr val="AFBED1"/>
                </a:solidFill>
              </a:defRPr>
            </a:lvl1pPr>
            <a:lvl2pPr>
              <a:defRPr sz="1875" b="0">
                <a:solidFill>
                  <a:srgbClr val="AFBED1"/>
                </a:solidFill>
              </a:defRPr>
            </a:lvl2pPr>
            <a:lvl3pPr>
              <a:defRPr sz="1875" b="0">
                <a:solidFill>
                  <a:srgbClr val="AFBED1"/>
                </a:solidFill>
              </a:defRPr>
            </a:lvl3pPr>
            <a:lvl4pPr>
              <a:defRPr sz="1875" b="0">
                <a:solidFill>
                  <a:srgbClr val="AFBED1"/>
                </a:solidFill>
              </a:defRPr>
            </a:lvl4pPr>
            <a:lvl5pPr>
              <a:defRPr sz="1875" b="0">
                <a:solidFill>
                  <a:srgbClr val="AFBED1"/>
                </a:solidFill>
              </a:defRPr>
            </a:lvl5pPr>
            <a:lvl6pPr>
              <a:defRPr sz="1875" b="0">
                <a:solidFill>
                  <a:srgbClr val="AFBED1"/>
                </a:solidFill>
              </a:defRPr>
            </a:lvl6pPr>
            <a:lvl7pPr>
              <a:defRPr sz="1875" b="0">
                <a:solidFill>
                  <a:srgbClr val="AFBED1"/>
                </a:solidFill>
              </a:defRPr>
            </a:lvl7pPr>
            <a:lvl8pPr>
              <a:defRPr sz="1875" b="0">
                <a:solidFill>
                  <a:srgbClr val="AFBED1"/>
                </a:solidFill>
              </a:defRPr>
            </a:lvl8pPr>
            <a:lvl9pPr>
              <a:defRPr sz="1875" b="0">
                <a:solidFill>
                  <a:srgbClr val="AFBED1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AFBED1"/>
                </a:solidFill>
              </a:defRPr>
            </a:pPr>
            <a:r>
              <a:rPr sz="1875" b="0">
                <a:solidFill>
                  <a:srgbClr val="AFBED1"/>
                </a:solidFill>
              </a:rPr>
              <a:t>Automatic polling, manual refresh and a live connection indicator keep the process view current.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4CDEF2-6EED-4B6F-B1E4-5A34ADBC8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FF6B7A"/>
                </a:solidFill>
              </a:defRPr>
            </a:defPPr>
            <a:lvl1pPr>
              <a:defRPr sz="2325" b="1">
                <a:solidFill>
                  <a:srgbClr val="FF6B7A"/>
                </a:solidFill>
              </a:defRPr>
            </a:lvl1pPr>
            <a:lvl2pPr>
              <a:defRPr sz="2325" b="1">
                <a:solidFill>
                  <a:srgbClr val="FF6B7A"/>
                </a:solidFill>
              </a:defRPr>
            </a:lvl2pPr>
            <a:lvl3pPr>
              <a:defRPr sz="2325" b="1">
                <a:solidFill>
                  <a:srgbClr val="FF6B7A"/>
                </a:solidFill>
              </a:defRPr>
            </a:lvl3pPr>
            <a:lvl4pPr>
              <a:defRPr sz="2325" b="1">
                <a:solidFill>
                  <a:srgbClr val="FF6B7A"/>
                </a:solidFill>
              </a:defRPr>
            </a:lvl4pPr>
            <a:lvl5pPr>
              <a:defRPr sz="2325" b="1">
                <a:solidFill>
                  <a:srgbClr val="FF6B7A"/>
                </a:solidFill>
              </a:defRPr>
            </a:lvl5pPr>
            <a:lvl6pPr>
              <a:defRPr sz="2325" b="1">
                <a:solidFill>
                  <a:srgbClr val="FF6B7A"/>
                </a:solidFill>
              </a:defRPr>
            </a:lvl6pPr>
            <a:lvl7pPr>
              <a:defRPr sz="2325" b="1">
                <a:solidFill>
                  <a:srgbClr val="FF6B7A"/>
                </a:solidFill>
              </a:defRPr>
            </a:lvl7pPr>
            <a:lvl8pPr>
              <a:defRPr sz="2325" b="1">
                <a:solidFill>
                  <a:srgbClr val="FF6B7A"/>
                </a:solidFill>
              </a:defRPr>
            </a:lvl8pPr>
            <a:lvl9pPr>
              <a:defRPr sz="2325" b="1">
                <a:solidFill>
                  <a:srgbClr val="FF6B7A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FF6B7A"/>
                </a:solidFill>
              </a:defRPr>
            </a:pPr>
            <a:r>
              <a:rPr sz="2325" b="1">
                <a:solidFill>
                  <a:srgbClr val="FF6B7A"/>
                </a:solidFill>
              </a:rPr>
              <a:t>Zombies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BBF030-FE38-4E42-82AF-518AF69B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5245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FFBF69"/>
                </a:solidFill>
              </a:defRPr>
            </a:defPPr>
            <a:lvl1pPr>
              <a:defRPr sz="2325" b="1">
                <a:solidFill>
                  <a:srgbClr val="FFBF69"/>
                </a:solidFill>
              </a:defRPr>
            </a:lvl1pPr>
            <a:lvl2pPr>
              <a:defRPr sz="2325" b="1">
                <a:solidFill>
                  <a:srgbClr val="FFBF69"/>
                </a:solidFill>
              </a:defRPr>
            </a:lvl2pPr>
            <a:lvl3pPr>
              <a:defRPr sz="2325" b="1">
                <a:solidFill>
                  <a:srgbClr val="FFBF69"/>
                </a:solidFill>
              </a:defRPr>
            </a:lvl3pPr>
            <a:lvl4pPr>
              <a:defRPr sz="2325" b="1">
                <a:solidFill>
                  <a:srgbClr val="FFBF69"/>
                </a:solidFill>
              </a:defRPr>
            </a:lvl4pPr>
            <a:lvl5pPr>
              <a:defRPr sz="2325" b="1">
                <a:solidFill>
                  <a:srgbClr val="FFBF69"/>
                </a:solidFill>
              </a:defRPr>
            </a:lvl5pPr>
            <a:lvl6pPr>
              <a:defRPr sz="2325" b="1">
                <a:solidFill>
                  <a:srgbClr val="FFBF69"/>
                </a:solidFill>
              </a:defRPr>
            </a:lvl6pPr>
            <a:lvl7pPr>
              <a:defRPr sz="2325" b="1">
                <a:solidFill>
                  <a:srgbClr val="FFBF69"/>
                </a:solidFill>
              </a:defRPr>
            </a:lvl7pPr>
            <a:lvl8pPr>
              <a:defRPr sz="2325" b="1">
                <a:solidFill>
                  <a:srgbClr val="FFBF69"/>
                </a:solidFill>
              </a:defRPr>
            </a:lvl8pPr>
            <a:lvl9pPr>
              <a:defRPr sz="2325" b="1">
                <a:solidFill>
                  <a:srgbClr val="FFBF69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FFBF69"/>
                </a:solidFill>
              </a:defRPr>
            </a:pPr>
            <a:r>
              <a:rPr sz="2325" b="1">
                <a:solidFill>
                  <a:srgbClr val="FFBF69"/>
                </a:solidFill>
              </a:rPr>
              <a:t>Adopted candidates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BE1111-73BE-40EF-B247-E50CAF4DA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5245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73E0AA"/>
                </a:solidFill>
              </a:defRPr>
            </a:defPPr>
            <a:lvl1pPr>
              <a:defRPr sz="2325" b="1">
                <a:solidFill>
                  <a:srgbClr val="73E0AA"/>
                </a:solidFill>
              </a:defRPr>
            </a:lvl1pPr>
            <a:lvl2pPr>
              <a:defRPr sz="2325" b="1">
                <a:solidFill>
                  <a:srgbClr val="73E0AA"/>
                </a:solidFill>
              </a:defRPr>
            </a:lvl2pPr>
            <a:lvl3pPr>
              <a:defRPr sz="2325" b="1">
                <a:solidFill>
                  <a:srgbClr val="73E0AA"/>
                </a:solidFill>
              </a:defRPr>
            </a:lvl3pPr>
            <a:lvl4pPr>
              <a:defRPr sz="2325" b="1">
                <a:solidFill>
                  <a:srgbClr val="73E0AA"/>
                </a:solidFill>
              </a:defRPr>
            </a:lvl4pPr>
            <a:lvl5pPr>
              <a:defRPr sz="2325" b="1">
                <a:solidFill>
                  <a:srgbClr val="73E0AA"/>
                </a:solidFill>
              </a:defRPr>
            </a:lvl5pPr>
            <a:lvl6pPr>
              <a:defRPr sz="2325" b="1">
                <a:solidFill>
                  <a:srgbClr val="73E0AA"/>
                </a:solidFill>
              </a:defRPr>
            </a:lvl6pPr>
            <a:lvl7pPr>
              <a:defRPr sz="2325" b="1">
                <a:solidFill>
                  <a:srgbClr val="73E0AA"/>
                </a:solidFill>
              </a:defRPr>
            </a:lvl7pPr>
            <a:lvl8pPr>
              <a:defRPr sz="2325" b="1">
                <a:solidFill>
                  <a:srgbClr val="73E0AA"/>
                </a:solidFill>
              </a:defRPr>
            </a:lvl8pPr>
            <a:lvl9pPr>
              <a:defRPr sz="2325" b="1">
                <a:solidFill>
                  <a:srgbClr val="73E0AA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73E0AA"/>
                </a:solidFill>
              </a:defRPr>
            </a:pPr>
            <a:r>
              <a:rPr sz="2325" b="1">
                <a:solidFill>
                  <a:srgbClr val="73E0AA"/>
                </a:solidFill>
              </a:rPr>
              <a:t>Running</a:t>
            </a:r>
          </a:p>
        </p:txBody>
      </p:sp>
    </p:spTree>
    <p:extLst>
      <p:ext uri="{BB962C8B-B14F-4D97-AF65-F5344CB8AC3E}">
        <p14:creationId xmlns:p14="http://schemas.microsoft.com/office/powerpoint/2010/main" val="21362373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B4012B-7F42-4A56-B5E3-8FD7388A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EDF3FA"/>
                </a:solidFill>
              </a:defRPr>
            </a:defPPr>
            <a:lvl1pPr>
              <a:defRPr sz="3225" b="1">
                <a:solidFill>
                  <a:srgbClr val="EDF3FA"/>
                </a:solidFill>
              </a:defRPr>
            </a:lvl1pPr>
            <a:lvl2pPr>
              <a:defRPr sz="3225" b="1">
                <a:solidFill>
                  <a:srgbClr val="EDF3FA"/>
                </a:solidFill>
              </a:defRPr>
            </a:lvl2pPr>
            <a:lvl3pPr>
              <a:defRPr sz="3225" b="1">
                <a:solidFill>
                  <a:srgbClr val="EDF3FA"/>
                </a:solidFill>
              </a:defRPr>
            </a:lvl3pPr>
            <a:lvl4pPr>
              <a:defRPr sz="3225" b="1">
                <a:solidFill>
                  <a:srgbClr val="EDF3FA"/>
                </a:solidFill>
              </a:defRPr>
            </a:lvl4pPr>
            <a:lvl5pPr>
              <a:defRPr sz="3225" b="1">
                <a:solidFill>
                  <a:srgbClr val="EDF3FA"/>
                </a:solidFill>
              </a:defRPr>
            </a:lvl5pPr>
            <a:lvl6pPr>
              <a:defRPr sz="3225" b="1">
                <a:solidFill>
                  <a:srgbClr val="EDF3FA"/>
                </a:solidFill>
              </a:defRPr>
            </a:lvl6pPr>
            <a:lvl7pPr>
              <a:defRPr sz="3225" b="1">
                <a:solidFill>
                  <a:srgbClr val="EDF3FA"/>
                </a:solidFill>
              </a:defRPr>
            </a:lvl7pPr>
            <a:lvl8pPr>
              <a:defRPr sz="3225" b="1">
                <a:solidFill>
                  <a:srgbClr val="EDF3FA"/>
                </a:solidFill>
              </a:defRPr>
            </a:lvl8pPr>
            <a:lvl9pPr>
              <a:defRPr sz="3225" b="1">
                <a:solidFill>
                  <a:srgbClr val="EDF3FA"/>
                </a:solidFill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EDF3FA"/>
                </a:solidFill>
              </a:defRPr>
            </a:pPr>
            <a:r>
              <a:rPr sz="3225" b="1">
                <a:solidFill>
                  <a:srgbClr val="EDF3FA"/>
                </a:solidFill>
              </a:rPr>
              <a:t>Reported testing and verification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671D35-A91D-48C6-B644-12DA1AC05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AFBED1"/>
                </a:solidFill>
              </a:defRPr>
            </a:defPPr>
            <a:lvl1pPr>
              <a:defRPr sz="1350" b="0">
                <a:solidFill>
                  <a:srgbClr val="AFBED1"/>
                </a:solidFill>
              </a:defRPr>
            </a:lvl1pPr>
            <a:lvl2pPr>
              <a:defRPr sz="1350" b="0">
                <a:solidFill>
                  <a:srgbClr val="AFBED1"/>
                </a:solidFill>
              </a:defRPr>
            </a:lvl2pPr>
            <a:lvl3pPr>
              <a:defRPr sz="1350" b="0">
                <a:solidFill>
                  <a:srgbClr val="AFBED1"/>
                </a:solidFill>
              </a:defRPr>
            </a:lvl3pPr>
            <a:lvl4pPr>
              <a:defRPr sz="1350" b="0">
                <a:solidFill>
                  <a:srgbClr val="AFBED1"/>
                </a:solidFill>
              </a:defRPr>
            </a:lvl4pPr>
            <a:lvl5pPr>
              <a:defRPr sz="1350" b="0">
                <a:solidFill>
                  <a:srgbClr val="AFBED1"/>
                </a:solidFill>
              </a:defRPr>
            </a:lvl5pPr>
            <a:lvl6pPr>
              <a:defRPr sz="1350" b="0">
                <a:solidFill>
                  <a:srgbClr val="AFBED1"/>
                </a:solidFill>
              </a:defRPr>
            </a:lvl6pPr>
            <a:lvl7pPr>
              <a:defRPr sz="1350" b="0">
                <a:solidFill>
                  <a:srgbClr val="AFBED1"/>
                </a:solidFill>
              </a:defRPr>
            </a:lvl7pPr>
            <a:lvl8pPr>
              <a:defRPr sz="1350" b="0">
                <a:solidFill>
                  <a:srgbClr val="AFBED1"/>
                </a:solidFill>
              </a:defRPr>
            </a:lvl8pPr>
            <a:lvl9pPr>
              <a:defRPr sz="1350" b="0">
                <a:solidFill>
                  <a:srgbClr val="AFBED1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FBED1"/>
                </a:solidFill>
              </a:defRPr>
            </a:pPr>
            <a:r>
              <a:rPr sz="1350" b="0">
                <a:solidFill>
                  <a:srgbClr val="AFBED1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CF02AC-5E4E-48BA-A829-A9977496B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4381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000" b="1">
                <a:solidFill>
                  <a:srgbClr val="54D9E8"/>
                </a:solidFill>
              </a:defRPr>
            </a:defPPr>
            <a:lvl1pPr>
              <a:defRPr sz="6000" b="1">
                <a:solidFill>
                  <a:srgbClr val="54D9E8"/>
                </a:solidFill>
              </a:defRPr>
            </a:lvl1pPr>
            <a:lvl2pPr>
              <a:defRPr sz="6000" b="1">
                <a:solidFill>
                  <a:srgbClr val="54D9E8"/>
                </a:solidFill>
              </a:defRPr>
            </a:lvl2pPr>
            <a:lvl3pPr>
              <a:defRPr sz="6000" b="1">
                <a:solidFill>
                  <a:srgbClr val="54D9E8"/>
                </a:solidFill>
              </a:defRPr>
            </a:lvl3pPr>
            <a:lvl4pPr>
              <a:defRPr sz="6000" b="1">
                <a:solidFill>
                  <a:srgbClr val="54D9E8"/>
                </a:solidFill>
              </a:defRPr>
            </a:lvl4pPr>
            <a:lvl5pPr>
              <a:defRPr sz="6000" b="1">
                <a:solidFill>
                  <a:srgbClr val="54D9E8"/>
                </a:solidFill>
              </a:defRPr>
            </a:lvl5pPr>
            <a:lvl6pPr>
              <a:defRPr sz="6000" b="1">
                <a:solidFill>
                  <a:srgbClr val="54D9E8"/>
                </a:solidFill>
              </a:defRPr>
            </a:lvl6pPr>
            <a:lvl7pPr>
              <a:defRPr sz="6000" b="1">
                <a:solidFill>
                  <a:srgbClr val="54D9E8"/>
                </a:solidFill>
              </a:defRPr>
            </a:lvl7pPr>
            <a:lvl8pPr>
              <a:defRPr sz="6000" b="1">
                <a:solidFill>
                  <a:srgbClr val="54D9E8"/>
                </a:solidFill>
              </a:defRPr>
            </a:lvl8pPr>
            <a:lvl9pPr>
              <a:defRPr sz="6000" b="1">
                <a:solidFill>
                  <a:srgbClr val="54D9E8"/>
                </a:solidFill>
              </a:defRPr>
            </a:lvl9pPr>
          </a:lstStyle>
          <a:p xmlns:a="http://schemas.openxmlformats.org/drawingml/2006/main">
            <a:pPr>
              <a:defRPr sz="6000" b="1">
                <a:solidFill>
                  <a:srgbClr val="54D9E8"/>
                </a:solidFill>
              </a:defRPr>
            </a:pPr>
            <a:r>
              <a:rPr sz="6000" b="1">
                <a:solidFill>
                  <a:srgbClr val="54D9E8"/>
                </a:solidFill>
              </a:rPr>
              <a:t>35 / 35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C11E05-0FAE-4147-89DA-8F085A03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EDF3FA"/>
                </a:solidFill>
              </a:defRPr>
            </a:defPPr>
            <a:lvl1pPr>
              <a:defRPr sz="2325" b="0">
                <a:solidFill>
                  <a:srgbClr val="EDF3FA"/>
                </a:solidFill>
              </a:defRPr>
            </a:lvl1pPr>
            <a:lvl2pPr>
              <a:defRPr sz="2325" b="0">
                <a:solidFill>
                  <a:srgbClr val="EDF3FA"/>
                </a:solidFill>
              </a:defRPr>
            </a:lvl2pPr>
            <a:lvl3pPr>
              <a:defRPr sz="2325" b="0">
                <a:solidFill>
                  <a:srgbClr val="EDF3FA"/>
                </a:solidFill>
              </a:defRPr>
            </a:lvl3pPr>
            <a:lvl4pPr>
              <a:defRPr sz="2325" b="0">
                <a:solidFill>
                  <a:srgbClr val="EDF3FA"/>
                </a:solidFill>
              </a:defRPr>
            </a:lvl4pPr>
            <a:lvl5pPr>
              <a:defRPr sz="2325" b="0">
                <a:solidFill>
                  <a:srgbClr val="EDF3FA"/>
                </a:solidFill>
              </a:defRPr>
            </a:lvl5pPr>
            <a:lvl6pPr>
              <a:defRPr sz="2325" b="0">
                <a:solidFill>
                  <a:srgbClr val="EDF3FA"/>
                </a:solidFill>
              </a:defRPr>
            </a:lvl6pPr>
            <a:lvl7pPr>
              <a:defRPr sz="2325" b="0">
                <a:solidFill>
                  <a:srgbClr val="EDF3FA"/>
                </a:solidFill>
              </a:defRPr>
            </a:lvl7pPr>
            <a:lvl8pPr>
              <a:defRPr sz="2325" b="0">
                <a:solidFill>
                  <a:srgbClr val="EDF3FA"/>
                </a:solidFill>
              </a:defRPr>
            </a:lvl8pPr>
            <a:lvl9pPr>
              <a:defRPr sz="2325" b="0">
                <a:solidFill>
                  <a:srgbClr val="EDF3FA"/>
                </a:solidFill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EDF3FA"/>
                </a:solidFill>
              </a:defRPr>
            </a:pPr>
            <a:r>
              <a:rPr sz="2325" b="0">
                <a:solidFill>
                  <a:srgbClr val="EDF3FA"/>
                </a:solidFill>
              </a:rPr>
              <a:t>automated tests passed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49726A-D019-4851-B637-860A1ACBC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457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AFBED1"/>
                </a:solidFill>
              </a:defRPr>
            </a:defPPr>
            <a:lvl1pPr>
              <a:defRPr sz="1875" b="0">
                <a:solidFill>
                  <a:srgbClr val="AFBED1"/>
                </a:solidFill>
              </a:defRPr>
            </a:lvl1pPr>
            <a:lvl2pPr>
              <a:defRPr sz="1875" b="0">
                <a:solidFill>
                  <a:srgbClr val="AFBED1"/>
                </a:solidFill>
              </a:defRPr>
            </a:lvl2pPr>
            <a:lvl3pPr>
              <a:defRPr sz="1875" b="0">
                <a:solidFill>
                  <a:srgbClr val="AFBED1"/>
                </a:solidFill>
              </a:defRPr>
            </a:lvl3pPr>
            <a:lvl4pPr>
              <a:defRPr sz="1875" b="0">
                <a:solidFill>
                  <a:srgbClr val="AFBED1"/>
                </a:solidFill>
              </a:defRPr>
            </a:lvl4pPr>
            <a:lvl5pPr>
              <a:defRPr sz="1875" b="0">
                <a:solidFill>
                  <a:srgbClr val="AFBED1"/>
                </a:solidFill>
              </a:defRPr>
            </a:lvl5pPr>
            <a:lvl6pPr>
              <a:defRPr sz="1875" b="0">
                <a:solidFill>
                  <a:srgbClr val="AFBED1"/>
                </a:solidFill>
              </a:defRPr>
            </a:lvl6pPr>
            <a:lvl7pPr>
              <a:defRPr sz="1875" b="0">
                <a:solidFill>
                  <a:srgbClr val="AFBED1"/>
                </a:solidFill>
              </a:defRPr>
            </a:lvl7pPr>
            <a:lvl8pPr>
              <a:defRPr sz="1875" b="0">
                <a:solidFill>
                  <a:srgbClr val="AFBED1"/>
                </a:solidFill>
              </a:defRPr>
            </a:lvl8pPr>
            <a:lvl9pPr>
              <a:defRPr sz="1875" b="0">
                <a:solidFill>
                  <a:srgbClr val="AFBED1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AFBED1"/>
                </a:solidFill>
              </a:defRPr>
            </a:pPr>
            <a:r>
              <a:rPr sz="1875" b="0">
                <a:solidFill>
                  <a:srgbClr val="AFBED1"/>
                </a:solidFill>
              </a:rPr>
              <a:t>100% reported pass rate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5461E1-B192-455D-80A2-7D876629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28775"/>
            <a:ext cx="552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EDF3FA"/>
                </a:solidFill>
              </a:defRPr>
            </a:defPPr>
            <a:lvl1pPr>
              <a:defRPr sz="2250" b="1">
                <a:solidFill>
                  <a:srgbClr val="EDF3FA"/>
                </a:solidFill>
              </a:defRPr>
            </a:lvl1pPr>
            <a:lvl2pPr>
              <a:defRPr sz="2250" b="1">
                <a:solidFill>
                  <a:srgbClr val="EDF3FA"/>
                </a:solidFill>
              </a:defRPr>
            </a:lvl2pPr>
            <a:lvl3pPr>
              <a:defRPr sz="2250" b="1">
                <a:solidFill>
                  <a:srgbClr val="EDF3FA"/>
                </a:solidFill>
              </a:defRPr>
            </a:lvl3pPr>
            <a:lvl4pPr>
              <a:defRPr sz="2250" b="1">
                <a:solidFill>
                  <a:srgbClr val="EDF3FA"/>
                </a:solidFill>
              </a:defRPr>
            </a:lvl4pPr>
            <a:lvl5pPr>
              <a:defRPr sz="2250" b="1">
                <a:solidFill>
                  <a:srgbClr val="EDF3FA"/>
                </a:solidFill>
              </a:defRPr>
            </a:lvl5pPr>
            <a:lvl6pPr>
              <a:defRPr sz="2250" b="1">
                <a:solidFill>
                  <a:srgbClr val="EDF3FA"/>
                </a:solidFill>
              </a:defRPr>
            </a:lvl6pPr>
            <a:lvl7pPr>
              <a:defRPr sz="2250" b="1">
                <a:solidFill>
                  <a:srgbClr val="EDF3FA"/>
                </a:solidFill>
              </a:defRPr>
            </a:lvl7pPr>
            <a:lvl8pPr>
              <a:defRPr sz="2250" b="1">
                <a:solidFill>
                  <a:srgbClr val="EDF3FA"/>
                </a:solidFill>
              </a:defRPr>
            </a:lvl8pPr>
            <a:lvl9pPr>
              <a:defRPr sz="2250" b="1">
                <a:solidFill>
                  <a:srgbClr val="EDF3FA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EDF3FA"/>
                </a:solidFill>
              </a:defRPr>
            </a:pPr>
            <a:r>
              <a:rPr sz="2250" b="1">
                <a:solidFill>
                  <a:srgbClr val="EDF3FA"/>
                </a:solidFill>
              </a:rPr>
              <a:t>28 parser assertions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99A675-768E-44CC-B028-B756655EE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33600"/>
            <a:ext cx="552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AFBED1"/>
                </a:solidFill>
              </a:defRPr>
            </a:defPPr>
            <a:lvl1pPr>
              <a:defRPr sz="1875" b="0">
                <a:solidFill>
                  <a:srgbClr val="AFBED1"/>
                </a:solidFill>
              </a:defRPr>
            </a:lvl1pPr>
            <a:lvl2pPr>
              <a:defRPr sz="1875" b="0">
                <a:solidFill>
                  <a:srgbClr val="AFBED1"/>
                </a:solidFill>
              </a:defRPr>
            </a:lvl2pPr>
            <a:lvl3pPr>
              <a:defRPr sz="1875" b="0">
                <a:solidFill>
                  <a:srgbClr val="AFBED1"/>
                </a:solidFill>
              </a:defRPr>
            </a:lvl3pPr>
            <a:lvl4pPr>
              <a:defRPr sz="1875" b="0">
                <a:solidFill>
                  <a:srgbClr val="AFBED1"/>
                </a:solidFill>
              </a:defRPr>
            </a:lvl4pPr>
            <a:lvl5pPr>
              <a:defRPr sz="1875" b="0">
                <a:solidFill>
                  <a:srgbClr val="AFBED1"/>
                </a:solidFill>
              </a:defRPr>
            </a:lvl5pPr>
            <a:lvl6pPr>
              <a:defRPr sz="1875" b="0">
                <a:solidFill>
                  <a:srgbClr val="AFBED1"/>
                </a:solidFill>
              </a:defRPr>
            </a:lvl6pPr>
            <a:lvl7pPr>
              <a:defRPr sz="1875" b="0">
                <a:solidFill>
                  <a:srgbClr val="AFBED1"/>
                </a:solidFill>
              </a:defRPr>
            </a:lvl7pPr>
            <a:lvl8pPr>
              <a:defRPr sz="1875" b="0">
                <a:solidFill>
                  <a:srgbClr val="AFBED1"/>
                </a:solidFill>
              </a:defRPr>
            </a:lvl8pPr>
            <a:lvl9pPr>
              <a:defRPr sz="1875" b="0">
                <a:solidFill>
                  <a:srgbClr val="AFBED1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AFBED1"/>
                </a:solidFill>
              </a:defRPr>
            </a:pPr>
            <a:r>
              <a:rPr sz="1875" b="0">
                <a:solidFill>
                  <a:srgbClr val="AFBED1"/>
                </a:solidFill>
              </a:rPr>
              <a:t>Spaces, parentheses and JSON escaping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D6896C-794E-4ABF-939E-6E950CE2C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90850"/>
            <a:ext cx="552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EDF3FA"/>
                </a:solidFill>
              </a:defRPr>
            </a:defPPr>
            <a:lvl1pPr>
              <a:defRPr sz="2250" b="1">
                <a:solidFill>
                  <a:srgbClr val="EDF3FA"/>
                </a:solidFill>
              </a:defRPr>
            </a:lvl1pPr>
            <a:lvl2pPr>
              <a:defRPr sz="2250" b="1">
                <a:solidFill>
                  <a:srgbClr val="EDF3FA"/>
                </a:solidFill>
              </a:defRPr>
            </a:lvl2pPr>
            <a:lvl3pPr>
              <a:defRPr sz="2250" b="1">
                <a:solidFill>
                  <a:srgbClr val="EDF3FA"/>
                </a:solidFill>
              </a:defRPr>
            </a:lvl3pPr>
            <a:lvl4pPr>
              <a:defRPr sz="2250" b="1">
                <a:solidFill>
                  <a:srgbClr val="EDF3FA"/>
                </a:solidFill>
              </a:defRPr>
            </a:lvl4pPr>
            <a:lvl5pPr>
              <a:defRPr sz="2250" b="1">
                <a:solidFill>
                  <a:srgbClr val="EDF3FA"/>
                </a:solidFill>
              </a:defRPr>
            </a:lvl5pPr>
            <a:lvl6pPr>
              <a:defRPr sz="2250" b="1">
                <a:solidFill>
                  <a:srgbClr val="EDF3FA"/>
                </a:solidFill>
              </a:defRPr>
            </a:lvl6pPr>
            <a:lvl7pPr>
              <a:defRPr sz="2250" b="1">
                <a:solidFill>
                  <a:srgbClr val="EDF3FA"/>
                </a:solidFill>
              </a:defRPr>
            </a:lvl7pPr>
            <a:lvl8pPr>
              <a:defRPr sz="2250" b="1">
                <a:solidFill>
                  <a:srgbClr val="EDF3FA"/>
                </a:solidFill>
              </a:defRPr>
            </a:lvl8pPr>
            <a:lvl9pPr>
              <a:defRPr sz="2250" b="1">
                <a:solidFill>
                  <a:srgbClr val="EDF3FA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EDF3FA"/>
                </a:solidFill>
              </a:defRPr>
            </a:pPr>
            <a:r>
              <a:rPr sz="2250" b="1">
                <a:solidFill>
                  <a:srgbClr val="EDF3FA"/>
                </a:solidFill>
              </a:rPr>
              <a:t>Integration checks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809505-18ED-4547-8EC9-5671C2929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495675"/>
            <a:ext cx="5524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AFBED1"/>
                </a:solidFill>
              </a:defRPr>
            </a:defPPr>
            <a:lvl1pPr>
              <a:defRPr sz="1875" b="0">
                <a:solidFill>
                  <a:srgbClr val="AFBED1"/>
                </a:solidFill>
              </a:defRPr>
            </a:lvl1pPr>
            <a:lvl2pPr>
              <a:defRPr sz="1875" b="0">
                <a:solidFill>
                  <a:srgbClr val="AFBED1"/>
                </a:solidFill>
              </a:defRPr>
            </a:lvl2pPr>
            <a:lvl3pPr>
              <a:defRPr sz="1875" b="0">
                <a:solidFill>
                  <a:srgbClr val="AFBED1"/>
                </a:solidFill>
              </a:defRPr>
            </a:lvl3pPr>
            <a:lvl4pPr>
              <a:defRPr sz="1875" b="0">
                <a:solidFill>
                  <a:srgbClr val="AFBED1"/>
                </a:solidFill>
              </a:defRPr>
            </a:lvl4pPr>
            <a:lvl5pPr>
              <a:defRPr sz="1875" b="0">
                <a:solidFill>
                  <a:srgbClr val="AFBED1"/>
                </a:solidFill>
              </a:defRPr>
            </a:lvl5pPr>
            <a:lvl6pPr>
              <a:defRPr sz="1875" b="0">
                <a:solidFill>
                  <a:srgbClr val="AFBED1"/>
                </a:solidFill>
              </a:defRPr>
            </a:lvl6pPr>
            <a:lvl7pPr>
              <a:defRPr sz="1875" b="0">
                <a:solidFill>
                  <a:srgbClr val="AFBED1"/>
                </a:solidFill>
              </a:defRPr>
            </a:lvl7pPr>
            <a:lvl8pPr>
              <a:defRPr sz="1875" b="0">
                <a:solidFill>
                  <a:srgbClr val="AFBED1"/>
                </a:solidFill>
              </a:defRPr>
            </a:lvl8pPr>
            <a:lvl9pPr>
              <a:defRPr sz="1875" b="0">
                <a:solidFill>
                  <a:srgbClr val="AFBED1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AFBED1"/>
                </a:solidFill>
              </a:defRPr>
            </a:pPr>
            <a:r>
              <a:rPr sz="1875" b="0">
                <a:solidFill>
                  <a:srgbClr val="AFBED1"/>
                </a:solidFill>
              </a:rPr>
              <a:t>Strict JSON parsing</a:t>
            </a:r>
          </a:p>
          <a:p xmlns:a="http://schemas.openxmlformats.org/drawingml/2006/main">
            <a:pPr>
              <a:defRPr sz="1875" b="0">
                <a:solidFill>
                  <a:srgbClr val="AFBED1"/>
                </a:solidFill>
              </a:defRPr>
            </a:pPr>
            <a:r>
              <a:rPr sz="1875" b="0">
                <a:solidFill>
                  <a:srgbClr val="AFBED1"/>
                </a:solidFill>
              </a:rPr>
              <a:t>Zombie detection and waitpid() removal</a:t>
            </a:r>
          </a:p>
          <a:p xmlns:a="http://schemas.openxmlformats.org/drawingml/2006/main">
            <a:pPr>
              <a:defRPr sz="1875" b="0">
                <a:solidFill>
                  <a:srgbClr val="AFBED1"/>
                </a:solidFill>
              </a:defRPr>
            </a:pPr>
            <a:r>
              <a:rPr sz="1875" b="0">
                <a:solidFill>
                  <a:srgbClr val="AFBED1"/>
                </a:solidFill>
              </a:rPr>
              <a:t>Orphan reparenting to PID 1 / subreaper</a:t>
            </a:r>
          </a:p>
          <a:p xmlns:a="http://schemas.openxmlformats.org/drawingml/2006/main">
            <a:pPr>
              <a:defRPr sz="1875" b="0">
                <a:solidFill>
                  <a:srgbClr val="AFBED1"/>
                </a:solidFill>
              </a:defRPr>
            </a:pPr>
            <a:r>
              <a:rPr sz="1875" b="0">
                <a:solidFill>
                  <a:srgbClr val="AFBED1"/>
                </a:solidFill>
              </a:rPr>
              <a:t>HTTP 200 on health and process APIs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D571CA-E474-41FD-AE63-8E151CBB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EDF3FA"/>
                </a:solidFill>
              </a:defRPr>
            </a:defPPr>
            <a:lvl1pPr>
              <a:defRPr sz="2175" b="1">
                <a:solidFill>
                  <a:srgbClr val="EDF3FA"/>
                </a:solidFill>
              </a:defRPr>
            </a:lvl1pPr>
            <a:lvl2pPr>
              <a:defRPr sz="2175" b="1">
                <a:solidFill>
                  <a:srgbClr val="EDF3FA"/>
                </a:solidFill>
              </a:defRPr>
            </a:lvl2pPr>
            <a:lvl3pPr>
              <a:defRPr sz="2175" b="1">
                <a:solidFill>
                  <a:srgbClr val="EDF3FA"/>
                </a:solidFill>
              </a:defRPr>
            </a:lvl3pPr>
            <a:lvl4pPr>
              <a:defRPr sz="2175" b="1">
                <a:solidFill>
                  <a:srgbClr val="EDF3FA"/>
                </a:solidFill>
              </a:defRPr>
            </a:lvl4pPr>
            <a:lvl5pPr>
              <a:defRPr sz="2175" b="1">
                <a:solidFill>
                  <a:srgbClr val="EDF3FA"/>
                </a:solidFill>
              </a:defRPr>
            </a:lvl5pPr>
            <a:lvl6pPr>
              <a:defRPr sz="2175" b="1">
                <a:solidFill>
                  <a:srgbClr val="EDF3FA"/>
                </a:solidFill>
              </a:defRPr>
            </a:lvl6pPr>
            <a:lvl7pPr>
              <a:defRPr sz="2175" b="1">
                <a:solidFill>
                  <a:srgbClr val="EDF3FA"/>
                </a:solidFill>
              </a:defRPr>
            </a:lvl7pPr>
            <a:lvl8pPr>
              <a:defRPr sz="2175" b="1">
                <a:solidFill>
                  <a:srgbClr val="EDF3FA"/>
                </a:solidFill>
              </a:defRPr>
            </a:lvl8pPr>
            <a:lvl9pPr>
              <a:defRPr sz="2175" b="1">
                <a:solidFill>
                  <a:srgbClr val="EDF3FA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EDF3FA"/>
                </a:solidFill>
              </a:defRPr>
            </a:pPr>
            <a:r>
              <a:rPr sz="2175" b="1">
                <a:solidFill>
                  <a:srgbClr val="EDF3FA"/>
                </a:solidFill>
              </a:rPr>
              <a:t>Zero compiler warnings reported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AA2DAD-9D3A-40B1-8213-8E13B73E6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4D9E8"/>
                </a:solidFill>
              </a:defRPr>
            </a:defPPr>
            <a:lvl1pPr>
              <a:defRPr sz="1875" b="0">
                <a:solidFill>
                  <a:srgbClr val="54D9E8"/>
                </a:solidFill>
              </a:defRPr>
            </a:lvl1pPr>
            <a:lvl2pPr>
              <a:defRPr sz="1875" b="0">
                <a:solidFill>
                  <a:srgbClr val="54D9E8"/>
                </a:solidFill>
              </a:defRPr>
            </a:lvl2pPr>
            <a:lvl3pPr>
              <a:defRPr sz="1875" b="0">
                <a:solidFill>
                  <a:srgbClr val="54D9E8"/>
                </a:solidFill>
              </a:defRPr>
            </a:lvl3pPr>
            <a:lvl4pPr>
              <a:defRPr sz="1875" b="0">
                <a:solidFill>
                  <a:srgbClr val="54D9E8"/>
                </a:solidFill>
              </a:defRPr>
            </a:lvl4pPr>
            <a:lvl5pPr>
              <a:defRPr sz="1875" b="0">
                <a:solidFill>
                  <a:srgbClr val="54D9E8"/>
                </a:solidFill>
              </a:defRPr>
            </a:lvl5pPr>
            <a:lvl6pPr>
              <a:defRPr sz="1875" b="0">
                <a:solidFill>
                  <a:srgbClr val="54D9E8"/>
                </a:solidFill>
              </a:defRPr>
            </a:lvl6pPr>
            <a:lvl7pPr>
              <a:defRPr sz="1875" b="0">
                <a:solidFill>
                  <a:srgbClr val="54D9E8"/>
                </a:solidFill>
              </a:defRPr>
            </a:lvl7pPr>
            <a:lvl8pPr>
              <a:defRPr sz="1875" b="0">
                <a:solidFill>
                  <a:srgbClr val="54D9E8"/>
                </a:solidFill>
              </a:defRPr>
            </a:lvl8pPr>
            <a:lvl9pPr>
              <a:defRPr sz="1875" b="0">
                <a:solidFill>
                  <a:srgbClr val="54D9E8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4D9E8"/>
                </a:solidFill>
              </a:defRPr>
            </a:pPr>
            <a:r>
              <a:rPr sz="1875" b="0">
                <a:solidFill>
                  <a:srgbClr val="54D9E8"/>
                </a:solidFill>
              </a:rPr>
              <a:t>gcc -std=c11 -Wall -Wextra -Wpedantic -O2</a:t>
            </a:r>
          </a:p>
        </p:txBody>
      </p:sp>
    </p:spTree>
    <p:extLst>
      <p:ext uri="{BB962C8B-B14F-4D97-AF65-F5344CB8AC3E}">
        <p14:creationId xmlns:p14="http://schemas.microsoft.com/office/powerpoint/2010/main" val="21448530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7BA8FB-4B31-4F85-9E9C-1A4FDEDE2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EDF3FA"/>
                </a:solidFill>
              </a:defRPr>
            </a:defPPr>
            <a:lvl1pPr>
              <a:defRPr sz="3225" b="1">
                <a:solidFill>
                  <a:srgbClr val="EDF3FA"/>
                </a:solidFill>
              </a:defRPr>
            </a:lvl1pPr>
            <a:lvl2pPr>
              <a:defRPr sz="3225" b="1">
                <a:solidFill>
                  <a:srgbClr val="EDF3FA"/>
                </a:solidFill>
              </a:defRPr>
            </a:lvl2pPr>
            <a:lvl3pPr>
              <a:defRPr sz="3225" b="1">
                <a:solidFill>
                  <a:srgbClr val="EDF3FA"/>
                </a:solidFill>
              </a:defRPr>
            </a:lvl3pPr>
            <a:lvl4pPr>
              <a:defRPr sz="3225" b="1">
                <a:solidFill>
                  <a:srgbClr val="EDF3FA"/>
                </a:solidFill>
              </a:defRPr>
            </a:lvl4pPr>
            <a:lvl5pPr>
              <a:defRPr sz="3225" b="1">
                <a:solidFill>
                  <a:srgbClr val="EDF3FA"/>
                </a:solidFill>
              </a:defRPr>
            </a:lvl5pPr>
            <a:lvl6pPr>
              <a:defRPr sz="3225" b="1">
                <a:solidFill>
                  <a:srgbClr val="EDF3FA"/>
                </a:solidFill>
              </a:defRPr>
            </a:lvl6pPr>
            <a:lvl7pPr>
              <a:defRPr sz="3225" b="1">
                <a:solidFill>
                  <a:srgbClr val="EDF3FA"/>
                </a:solidFill>
              </a:defRPr>
            </a:lvl7pPr>
            <a:lvl8pPr>
              <a:defRPr sz="3225" b="1">
                <a:solidFill>
                  <a:srgbClr val="EDF3FA"/>
                </a:solidFill>
              </a:defRPr>
            </a:lvl8pPr>
            <a:lvl9pPr>
              <a:defRPr sz="3225" b="1">
                <a:solidFill>
                  <a:srgbClr val="EDF3FA"/>
                </a:solidFill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EDF3FA"/>
                </a:solidFill>
              </a:defRPr>
            </a:pPr>
            <a:r>
              <a:rPr sz="3225" b="1">
                <a:solidFill>
                  <a:srgbClr val="EDF3FA"/>
                </a:solidFill>
              </a:rPr>
              <a:t>Live demonstrations and 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511C37-BFEA-44EA-B55A-72A2F58BA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AFBED1"/>
                </a:solidFill>
              </a:defRPr>
            </a:defPPr>
            <a:lvl1pPr>
              <a:defRPr sz="1350" b="0">
                <a:solidFill>
                  <a:srgbClr val="AFBED1"/>
                </a:solidFill>
              </a:defRPr>
            </a:lvl1pPr>
            <a:lvl2pPr>
              <a:defRPr sz="1350" b="0">
                <a:solidFill>
                  <a:srgbClr val="AFBED1"/>
                </a:solidFill>
              </a:defRPr>
            </a:lvl2pPr>
            <a:lvl3pPr>
              <a:defRPr sz="1350" b="0">
                <a:solidFill>
                  <a:srgbClr val="AFBED1"/>
                </a:solidFill>
              </a:defRPr>
            </a:lvl3pPr>
            <a:lvl4pPr>
              <a:defRPr sz="1350" b="0">
                <a:solidFill>
                  <a:srgbClr val="AFBED1"/>
                </a:solidFill>
              </a:defRPr>
            </a:lvl4pPr>
            <a:lvl5pPr>
              <a:defRPr sz="1350" b="0">
                <a:solidFill>
                  <a:srgbClr val="AFBED1"/>
                </a:solidFill>
              </a:defRPr>
            </a:lvl5pPr>
            <a:lvl6pPr>
              <a:defRPr sz="1350" b="0">
                <a:solidFill>
                  <a:srgbClr val="AFBED1"/>
                </a:solidFill>
              </a:defRPr>
            </a:lvl6pPr>
            <a:lvl7pPr>
              <a:defRPr sz="1350" b="0">
                <a:solidFill>
                  <a:srgbClr val="AFBED1"/>
                </a:solidFill>
              </a:defRPr>
            </a:lvl7pPr>
            <a:lvl8pPr>
              <a:defRPr sz="1350" b="0">
                <a:solidFill>
                  <a:srgbClr val="AFBED1"/>
                </a:solidFill>
              </a:defRPr>
            </a:lvl8pPr>
            <a:lvl9pPr>
              <a:defRPr sz="1350" b="0">
                <a:solidFill>
                  <a:srgbClr val="AFBED1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FBED1"/>
                </a:solidFill>
              </a:defRPr>
            </a:pPr>
            <a:r>
              <a:rPr sz="1350" b="0">
                <a:solidFill>
                  <a:srgbClr val="AFBED1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2F9669-B9F7-47DC-AF02-E04E4A8F7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FF6B7A"/>
                </a:solidFill>
              </a:defRPr>
            </a:defPPr>
            <a:lvl1pPr>
              <a:defRPr sz="2400" b="1">
                <a:solidFill>
                  <a:srgbClr val="FF6B7A"/>
                </a:solidFill>
              </a:defRPr>
            </a:lvl1pPr>
            <a:lvl2pPr>
              <a:defRPr sz="2400" b="1">
                <a:solidFill>
                  <a:srgbClr val="FF6B7A"/>
                </a:solidFill>
              </a:defRPr>
            </a:lvl2pPr>
            <a:lvl3pPr>
              <a:defRPr sz="2400" b="1">
                <a:solidFill>
                  <a:srgbClr val="FF6B7A"/>
                </a:solidFill>
              </a:defRPr>
            </a:lvl3pPr>
            <a:lvl4pPr>
              <a:defRPr sz="2400" b="1">
                <a:solidFill>
                  <a:srgbClr val="FF6B7A"/>
                </a:solidFill>
              </a:defRPr>
            </a:lvl4pPr>
            <a:lvl5pPr>
              <a:defRPr sz="2400" b="1">
                <a:solidFill>
                  <a:srgbClr val="FF6B7A"/>
                </a:solidFill>
              </a:defRPr>
            </a:lvl5pPr>
            <a:lvl6pPr>
              <a:defRPr sz="2400" b="1">
                <a:solidFill>
                  <a:srgbClr val="FF6B7A"/>
                </a:solidFill>
              </a:defRPr>
            </a:lvl6pPr>
            <a:lvl7pPr>
              <a:defRPr sz="2400" b="1">
                <a:solidFill>
                  <a:srgbClr val="FF6B7A"/>
                </a:solidFill>
              </a:defRPr>
            </a:lvl7pPr>
            <a:lvl8pPr>
              <a:defRPr sz="2400" b="1">
                <a:solidFill>
                  <a:srgbClr val="FF6B7A"/>
                </a:solidFill>
              </a:defRPr>
            </a:lvl8pPr>
            <a:lvl9pPr>
              <a:defRPr sz="2400" b="1">
                <a:solidFill>
                  <a:srgbClr val="FF6B7A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FF6B7A"/>
                </a:solidFill>
              </a:defRPr>
            </a:pPr>
            <a:r>
              <a:rPr sz="2400" b="1">
                <a:solidFill>
                  <a:srgbClr val="FF6B7A"/>
                </a:solidFill>
              </a:rPr>
              <a:t>Zombie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1AC6D2-8A0E-4B0F-A912-E2735489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562100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FFBF69"/>
                </a:solidFill>
              </a:defRPr>
            </a:defPPr>
            <a:lvl1pPr>
              <a:defRPr sz="2400" b="1">
                <a:solidFill>
                  <a:srgbClr val="FFBF69"/>
                </a:solidFill>
              </a:defRPr>
            </a:lvl1pPr>
            <a:lvl2pPr>
              <a:defRPr sz="2400" b="1">
                <a:solidFill>
                  <a:srgbClr val="FFBF69"/>
                </a:solidFill>
              </a:defRPr>
            </a:lvl2pPr>
            <a:lvl3pPr>
              <a:defRPr sz="2400" b="1">
                <a:solidFill>
                  <a:srgbClr val="FFBF69"/>
                </a:solidFill>
              </a:defRPr>
            </a:lvl3pPr>
            <a:lvl4pPr>
              <a:defRPr sz="2400" b="1">
                <a:solidFill>
                  <a:srgbClr val="FFBF69"/>
                </a:solidFill>
              </a:defRPr>
            </a:lvl4pPr>
            <a:lvl5pPr>
              <a:defRPr sz="2400" b="1">
                <a:solidFill>
                  <a:srgbClr val="FFBF69"/>
                </a:solidFill>
              </a:defRPr>
            </a:lvl5pPr>
            <a:lvl6pPr>
              <a:defRPr sz="2400" b="1">
                <a:solidFill>
                  <a:srgbClr val="FFBF69"/>
                </a:solidFill>
              </a:defRPr>
            </a:lvl6pPr>
            <a:lvl7pPr>
              <a:defRPr sz="2400" b="1">
                <a:solidFill>
                  <a:srgbClr val="FFBF69"/>
                </a:solidFill>
              </a:defRPr>
            </a:lvl7pPr>
            <a:lvl8pPr>
              <a:defRPr sz="2400" b="1">
                <a:solidFill>
                  <a:srgbClr val="FFBF69"/>
                </a:solidFill>
              </a:defRPr>
            </a:lvl8pPr>
            <a:lvl9pPr>
              <a:defRPr sz="2400" b="1">
                <a:solidFill>
                  <a:srgbClr val="FFBF69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FFBF69"/>
                </a:solidFill>
              </a:defRPr>
            </a:pPr>
            <a:r>
              <a:rPr sz="2400" b="1">
                <a:solidFill>
                  <a:srgbClr val="FFBF69"/>
                </a:solidFill>
              </a:rPr>
              <a:t>Orphan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C8EC51-8E50-4720-AA0C-633F8FEA9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523875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EDF3FA"/>
                </a:solidFill>
              </a:defRPr>
            </a:defPPr>
            <a:lvl1pPr>
              <a:defRPr sz="1950" b="0">
                <a:solidFill>
                  <a:srgbClr val="EDF3FA"/>
                </a:solidFill>
              </a:defRPr>
            </a:lvl1pPr>
            <a:lvl2pPr>
              <a:defRPr sz="1950" b="0">
                <a:solidFill>
                  <a:srgbClr val="EDF3FA"/>
                </a:solidFill>
              </a:defRPr>
            </a:lvl2pPr>
            <a:lvl3pPr>
              <a:defRPr sz="1950" b="0">
                <a:solidFill>
                  <a:srgbClr val="EDF3FA"/>
                </a:solidFill>
              </a:defRPr>
            </a:lvl3pPr>
            <a:lvl4pPr>
              <a:defRPr sz="1950" b="0">
                <a:solidFill>
                  <a:srgbClr val="EDF3FA"/>
                </a:solidFill>
              </a:defRPr>
            </a:lvl4pPr>
            <a:lvl5pPr>
              <a:defRPr sz="1950" b="0">
                <a:solidFill>
                  <a:srgbClr val="EDF3FA"/>
                </a:solidFill>
              </a:defRPr>
            </a:lvl5pPr>
            <a:lvl6pPr>
              <a:defRPr sz="1950" b="0">
                <a:solidFill>
                  <a:srgbClr val="EDF3FA"/>
                </a:solidFill>
              </a:defRPr>
            </a:lvl6pPr>
            <a:lvl7pPr>
              <a:defRPr sz="1950" b="0">
                <a:solidFill>
                  <a:srgbClr val="EDF3FA"/>
                </a:solidFill>
              </a:defRPr>
            </a:lvl7pPr>
            <a:lvl8pPr>
              <a:defRPr sz="1950" b="0">
                <a:solidFill>
                  <a:srgbClr val="EDF3FA"/>
                </a:solidFill>
              </a:defRPr>
            </a:lvl8pPr>
            <a:lvl9pPr>
              <a:defRPr sz="1950" b="0">
                <a:solidFill>
                  <a:srgbClr val="EDF3FA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EDF3FA"/>
                </a:solidFill>
              </a:defRPr>
            </a:pPr>
            <a:r>
              <a:rPr sz="1950" b="0">
                <a:solidFill>
                  <a:srgbClr val="EDF3FA"/>
                </a:solidFill>
              </a:rPr>
              <a:t>1. Parent forks a child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EDF3FA"/>
                </a:solidFill>
              </a:defRPr>
            </a:pPr>
            <a:r>
              <a:rPr sz="1950" b="0">
                <a:solidFill>
                  <a:srgbClr val="EDF3FA"/>
                </a:solidFill>
              </a:rPr>
              <a:t>2. Child calls exit(42)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EDF3FA"/>
                </a:solidFill>
              </a:defRPr>
            </a:pPr>
            <a:r>
              <a:rPr sz="1950" b="0">
                <a:solidFill>
                  <a:srgbClr val="EDF3FA"/>
                </a:solidFill>
              </a:rPr>
              <a:t>3. Parent pauses. State Z appears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EDF3FA"/>
                </a:solidFill>
              </a:defRPr>
            </a:pPr>
            <a:r>
              <a:rPr sz="1950" b="0">
                <a:solidFill>
                  <a:srgbClr val="EDF3FA"/>
                </a:solidFill>
              </a:rPr>
              <a:t>4. Enter triggers waitpid() cleanup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05BA2A-0B3D-401C-9C50-2A644B7D7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266950"/>
            <a:ext cx="523875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EDF3FA"/>
                </a:solidFill>
              </a:defRPr>
            </a:defPPr>
            <a:lvl1pPr>
              <a:defRPr sz="1950" b="0">
                <a:solidFill>
                  <a:srgbClr val="EDF3FA"/>
                </a:solidFill>
              </a:defRPr>
            </a:lvl1pPr>
            <a:lvl2pPr>
              <a:defRPr sz="1950" b="0">
                <a:solidFill>
                  <a:srgbClr val="EDF3FA"/>
                </a:solidFill>
              </a:defRPr>
            </a:lvl2pPr>
            <a:lvl3pPr>
              <a:defRPr sz="1950" b="0">
                <a:solidFill>
                  <a:srgbClr val="EDF3FA"/>
                </a:solidFill>
              </a:defRPr>
            </a:lvl3pPr>
            <a:lvl4pPr>
              <a:defRPr sz="1950" b="0">
                <a:solidFill>
                  <a:srgbClr val="EDF3FA"/>
                </a:solidFill>
              </a:defRPr>
            </a:lvl4pPr>
            <a:lvl5pPr>
              <a:defRPr sz="1950" b="0">
                <a:solidFill>
                  <a:srgbClr val="EDF3FA"/>
                </a:solidFill>
              </a:defRPr>
            </a:lvl5pPr>
            <a:lvl6pPr>
              <a:defRPr sz="1950" b="0">
                <a:solidFill>
                  <a:srgbClr val="EDF3FA"/>
                </a:solidFill>
              </a:defRPr>
            </a:lvl6pPr>
            <a:lvl7pPr>
              <a:defRPr sz="1950" b="0">
                <a:solidFill>
                  <a:srgbClr val="EDF3FA"/>
                </a:solidFill>
              </a:defRPr>
            </a:lvl7pPr>
            <a:lvl8pPr>
              <a:defRPr sz="1950" b="0">
                <a:solidFill>
                  <a:srgbClr val="EDF3FA"/>
                </a:solidFill>
              </a:defRPr>
            </a:lvl8pPr>
            <a:lvl9pPr>
              <a:defRPr sz="1950" b="0">
                <a:solidFill>
                  <a:srgbClr val="EDF3FA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EDF3FA"/>
                </a:solidFill>
              </a:defRPr>
            </a:pPr>
            <a:r>
              <a:rPr sz="1950" b="0">
                <a:solidFill>
                  <a:srgbClr val="EDF3FA"/>
                </a:solidFill>
              </a:rPr>
              <a:t>1. Parent creates a child, then exits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EDF3FA"/>
                </a:solidFill>
              </a:defRPr>
            </a:pPr>
            <a:r>
              <a:rPr sz="1950" b="0">
                <a:solidFill>
                  <a:srgbClr val="EDF3FA"/>
                </a:solidFill>
              </a:rPr>
              <a:t>2. Child reads getppid()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EDF3FA"/>
                </a:solidFill>
              </a:defRPr>
            </a:pPr>
            <a:r>
              <a:rPr sz="1950" b="0">
                <a:solidFill>
                  <a:srgbClr val="EDF3FA"/>
                </a:solidFill>
              </a:rPr>
              <a:t>3. PID 1 or a subreaper adopts 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EDF3FA"/>
                </a:solidFill>
              </a:defRPr>
            </a:pPr>
            <a:r>
              <a:rPr sz="1950" b="0">
                <a:solidFill>
                  <a:srgbClr val="EDF3FA"/>
                </a:solidFill>
              </a:rPr>
              <a:t>4. Child exits after about 10 seconds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41C733-78A5-47B0-B8AB-7D54C674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4D9E8"/>
                </a:solidFill>
              </a:defRPr>
            </a:defPPr>
            <a:lvl1pPr>
              <a:defRPr sz="1875" b="0">
                <a:solidFill>
                  <a:srgbClr val="54D9E8"/>
                </a:solidFill>
              </a:defRPr>
            </a:lvl1pPr>
            <a:lvl2pPr>
              <a:defRPr sz="1875" b="0">
                <a:solidFill>
                  <a:srgbClr val="54D9E8"/>
                </a:solidFill>
              </a:defRPr>
            </a:lvl2pPr>
            <a:lvl3pPr>
              <a:defRPr sz="1875" b="0">
                <a:solidFill>
                  <a:srgbClr val="54D9E8"/>
                </a:solidFill>
              </a:defRPr>
            </a:lvl3pPr>
            <a:lvl4pPr>
              <a:defRPr sz="1875" b="0">
                <a:solidFill>
                  <a:srgbClr val="54D9E8"/>
                </a:solidFill>
              </a:defRPr>
            </a:lvl4pPr>
            <a:lvl5pPr>
              <a:defRPr sz="1875" b="0">
                <a:solidFill>
                  <a:srgbClr val="54D9E8"/>
                </a:solidFill>
              </a:defRPr>
            </a:lvl5pPr>
            <a:lvl6pPr>
              <a:defRPr sz="1875" b="0">
                <a:solidFill>
                  <a:srgbClr val="54D9E8"/>
                </a:solidFill>
              </a:defRPr>
            </a:lvl6pPr>
            <a:lvl7pPr>
              <a:defRPr sz="1875" b="0">
                <a:solidFill>
                  <a:srgbClr val="54D9E8"/>
                </a:solidFill>
              </a:defRPr>
            </a:lvl7pPr>
            <a:lvl8pPr>
              <a:defRPr sz="1875" b="0">
                <a:solidFill>
                  <a:srgbClr val="54D9E8"/>
                </a:solidFill>
              </a:defRPr>
            </a:lvl8pPr>
            <a:lvl9pPr>
              <a:defRPr sz="1875" b="0">
                <a:solidFill>
                  <a:srgbClr val="54D9E8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4D9E8"/>
                </a:solidFill>
              </a:defRPr>
            </a:pPr>
            <a:r>
              <a:rPr sz="1875" b="0">
                <a:solidFill>
                  <a:srgbClr val="54D9E8"/>
                </a:solidFill>
              </a:rPr>
              <a:t>Bounded demo windows and automatic safety timeouts limit lingering tasks.</a:t>
            </a:r>
          </a:p>
        </p:txBody>
      </p:sp>
    </p:spTree>
    <p:extLst>
      <p:ext uri="{BB962C8B-B14F-4D97-AF65-F5344CB8AC3E}">
        <p14:creationId xmlns:p14="http://schemas.microsoft.com/office/powerpoint/2010/main" val="924459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37C10B-0E1B-4A6E-B3D4-807FA23B4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EDF3FA"/>
                </a:solidFill>
              </a:defRPr>
            </a:defPPr>
            <a:lvl1pPr>
              <a:defRPr sz="3225" b="1">
                <a:solidFill>
                  <a:srgbClr val="EDF3FA"/>
                </a:solidFill>
              </a:defRPr>
            </a:lvl1pPr>
            <a:lvl2pPr>
              <a:defRPr sz="3225" b="1">
                <a:solidFill>
                  <a:srgbClr val="EDF3FA"/>
                </a:solidFill>
              </a:defRPr>
            </a:lvl2pPr>
            <a:lvl3pPr>
              <a:defRPr sz="3225" b="1">
                <a:solidFill>
                  <a:srgbClr val="EDF3FA"/>
                </a:solidFill>
              </a:defRPr>
            </a:lvl3pPr>
            <a:lvl4pPr>
              <a:defRPr sz="3225" b="1">
                <a:solidFill>
                  <a:srgbClr val="EDF3FA"/>
                </a:solidFill>
              </a:defRPr>
            </a:lvl4pPr>
            <a:lvl5pPr>
              <a:defRPr sz="3225" b="1">
                <a:solidFill>
                  <a:srgbClr val="EDF3FA"/>
                </a:solidFill>
              </a:defRPr>
            </a:lvl5pPr>
            <a:lvl6pPr>
              <a:defRPr sz="3225" b="1">
                <a:solidFill>
                  <a:srgbClr val="EDF3FA"/>
                </a:solidFill>
              </a:defRPr>
            </a:lvl6pPr>
            <a:lvl7pPr>
              <a:defRPr sz="3225" b="1">
                <a:solidFill>
                  <a:srgbClr val="EDF3FA"/>
                </a:solidFill>
              </a:defRPr>
            </a:lvl7pPr>
            <a:lvl8pPr>
              <a:defRPr sz="3225" b="1">
                <a:solidFill>
                  <a:srgbClr val="EDF3FA"/>
                </a:solidFill>
              </a:defRPr>
            </a:lvl8pPr>
            <a:lvl9pPr>
              <a:defRPr sz="3225" b="1">
                <a:solidFill>
                  <a:srgbClr val="EDF3FA"/>
                </a:solidFill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EDF3FA"/>
                </a:solidFill>
              </a:defRPr>
            </a:pPr>
            <a:r>
              <a:rPr sz="3225" b="1">
                <a:solidFill>
                  <a:srgbClr val="EDF3FA"/>
                </a:solidFill>
              </a:rPr>
              <a:t>Conclusion and future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3B6714-B407-460A-B192-6C124B14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AFBED1"/>
                </a:solidFill>
              </a:defRPr>
            </a:defPPr>
            <a:lvl1pPr>
              <a:defRPr sz="1350" b="0">
                <a:solidFill>
                  <a:srgbClr val="AFBED1"/>
                </a:solidFill>
              </a:defRPr>
            </a:lvl1pPr>
            <a:lvl2pPr>
              <a:defRPr sz="1350" b="0">
                <a:solidFill>
                  <a:srgbClr val="AFBED1"/>
                </a:solidFill>
              </a:defRPr>
            </a:lvl2pPr>
            <a:lvl3pPr>
              <a:defRPr sz="1350" b="0">
                <a:solidFill>
                  <a:srgbClr val="AFBED1"/>
                </a:solidFill>
              </a:defRPr>
            </a:lvl3pPr>
            <a:lvl4pPr>
              <a:defRPr sz="1350" b="0">
                <a:solidFill>
                  <a:srgbClr val="AFBED1"/>
                </a:solidFill>
              </a:defRPr>
            </a:lvl4pPr>
            <a:lvl5pPr>
              <a:defRPr sz="1350" b="0">
                <a:solidFill>
                  <a:srgbClr val="AFBED1"/>
                </a:solidFill>
              </a:defRPr>
            </a:lvl5pPr>
            <a:lvl6pPr>
              <a:defRPr sz="1350" b="0">
                <a:solidFill>
                  <a:srgbClr val="AFBED1"/>
                </a:solidFill>
              </a:defRPr>
            </a:lvl6pPr>
            <a:lvl7pPr>
              <a:defRPr sz="1350" b="0">
                <a:solidFill>
                  <a:srgbClr val="AFBED1"/>
                </a:solidFill>
              </a:defRPr>
            </a:lvl7pPr>
            <a:lvl8pPr>
              <a:defRPr sz="1350" b="0">
                <a:solidFill>
                  <a:srgbClr val="AFBED1"/>
                </a:solidFill>
              </a:defRPr>
            </a:lvl8pPr>
            <a:lvl9pPr>
              <a:defRPr sz="1350" b="0">
                <a:solidFill>
                  <a:srgbClr val="AFBED1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FBED1"/>
                </a:solidFill>
              </a:defRPr>
            </a:pPr>
            <a:r>
              <a:rPr sz="1350" b="0">
                <a:solidFill>
                  <a:srgbClr val="AFBED1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E0D5C1-7B0F-459D-87B6-DD106A3A8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10953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54D9E8"/>
                </a:solidFill>
              </a:defRPr>
            </a:defPPr>
            <a:lvl1pPr>
              <a:defRPr sz="2100" b="1">
                <a:solidFill>
                  <a:srgbClr val="54D9E8"/>
                </a:solidFill>
              </a:defRPr>
            </a:lvl1pPr>
            <a:lvl2pPr>
              <a:defRPr sz="2100" b="1">
                <a:solidFill>
                  <a:srgbClr val="54D9E8"/>
                </a:solidFill>
              </a:defRPr>
            </a:lvl2pPr>
            <a:lvl3pPr>
              <a:defRPr sz="2100" b="1">
                <a:solidFill>
                  <a:srgbClr val="54D9E8"/>
                </a:solidFill>
              </a:defRPr>
            </a:lvl3pPr>
            <a:lvl4pPr>
              <a:defRPr sz="2100" b="1">
                <a:solidFill>
                  <a:srgbClr val="54D9E8"/>
                </a:solidFill>
              </a:defRPr>
            </a:lvl4pPr>
            <a:lvl5pPr>
              <a:defRPr sz="2100" b="1">
                <a:solidFill>
                  <a:srgbClr val="54D9E8"/>
                </a:solidFill>
              </a:defRPr>
            </a:lvl5pPr>
            <a:lvl6pPr>
              <a:defRPr sz="2100" b="1">
                <a:solidFill>
                  <a:srgbClr val="54D9E8"/>
                </a:solidFill>
              </a:defRPr>
            </a:lvl6pPr>
            <a:lvl7pPr>
              <a:defRPr sz="2100" b="1">
                <a:solidFill>
                  <a:srgbClr val="54D9E8"/>
                </a:solidFill>
              </a:defRPr>
            </a:lvl7pPr>
            <a:lvl8pPr>
              <a:defRPr sz="2100" b="1">
                <a:solidFill>
                  <a:srgbClr val="54D9E8"/>
                </a:solidFill>
              </a:defRPr>
            </a:lvl8pPr>
            <a:lvl9pPr>
              <a:defRPr sz="2100" b="1">
                <a:solidFill>
                  <a:srgbClr val="54D9E8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54D9E8"/>
                </a:solidFill>
              </a:defRPr>
            </a:pPr>
            <a:r>
              <a:rPr sz="2100" b="1">
                <a:solidFill>
                  <a:srgbClr val="54D9E8"/>
                </a:solidFill>
              </a:rPr>
              <a:t>Linux lifecycle concepts in practice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1A60E2-4DCF-4ACA-82C8-F91BA7E0D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AFBED1"/>
                </a:solidFill>
              </a:defRPr>
            </a:defPPr>
            <a:lvl1pPr>
              <a:defRPr sz="1875" b="0">
                <a:solidFill>
                  <a:srgbClr val="AFBED1"/>
                </a:solidFill>
              </a:defRPr>
            </a:lvl1pPr>
            <a:lvl2pPr>
              <a:defRPr sz="1875" b="0">
                <a:solidFill>
                  <a:srgbClr val="AFBED1"/>
                </a:solidFill>
              </a:defRPr>
            </a:lvl2pPr>
            <a:lvl3pPr>
              <a:defRPr sz="1875" b="0">
                <a:solidFill>
                  <a:srgbClr val="AFBED1"/>
                </a:solidFill>
              </a:defRPr>
            </a:lvl3pPr>
            <a:lvl4pPr>
              <a:defRPr sz="1875" b="0">
                <a:solidFill>
                  <a:srgbClr val="AFBED1"/>
                </a:solidFill>
              </a:defRPr>
            </a:lvl4pPr>
            <a:lvl5pPr>
              <a:defRPr sz="1875" b="0">
                <a:solidFill>
                  <a:srgbClr val="AFBED1"/>
                </a:solidFill>
              </a:defRPr>
            </a:lvl5pPr>
            <a:lvl6pPr>
              <a:defRPr sz="1875" b="0">
                <a:solidFill>
                  <a:srgbClr val="AFBED1"/>
                </a:solidFill>
              </a:defRPr>
            </a:lvl6pPr>
            <a:lvl7pPr>
              <a:defRPr sz="1875" b="0">
                <a:solidFill>
                  <a:srgbClr val="AFBED1"/>
                </a:solidFill>
              </a:defRPr>
            </a:lvl7pPr>
            <a:lvl8pPr>
              <a:defRPr sz="1875" b="0">
                <a:solidFill>
                  <a:srgbClr val="AFBED1"/>
                </a:solidFill>
              </a:defRPr>
            </a:lvl8pPr>
            <a:lvl9pPr>
              <a:defRPr sz="1875" b="0">
                <a:solidFill>
                  <a:srgbClr val="AFBED1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AFBED1"/>
                </a:solidFill>
              </a:defRPr>
            </a:pPr>
            <a:r>
              <a:rPr sz="1875" b="0">
                <a:solidFill>
                  <a:srgbClr val="AFBED1"/>
                </a:solidFill>
              </a:rPr>
              <a:t>ProcessScope connects fork, exit, waitpid(), reparenting and retained process bookkeeping to a live process view.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24C40E-21A1-4496-A458-FCB95E091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953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54D9E8"/>
                </a:solidFill>
              </a:defRPr>
            </a:defPPr>
            <a:lvl1pPr>
              <a:defRPr sz="2100" b="1">
                <a:solidFill>
                  <a:srgbClr val="54D9E8"/>
                </a:solidFill>
              </a:defRPr>
            </a:lvl1pPr>
            <a:lvl2pPr>
              <a:defRPr sz="2100" b="1">
                <a:solidFill>
                  <a:srgbClr val="54D9E8"/>
                </a:solidFill>
              </a:defRPr>
            </a:lvl2pPr>
            <a:lvl3pPr>
              <a:defRPr sz="2100" b="1">
                <a:solidFill>
                  <a:srgbClr val="54D9E8"/>
                </a:solidFill>
              </a:defRPr>
            </a:lvl3pPr>
            <a:lvl4pPr>
              <a:defRPr sz="2100" b="1">
                <a:solidFill>
                  <a:srgbClr val="54D9E8"/>
                </a:solidFill>
              </a:defRPr>
            </a:lvl4pPr>
            <a:lvl5pPr>
              <a:defRPr sz="2100" b="1">
                <a:solidFill>
                  <a:srgbClr val="54D9E8"/>
                </a:solidFill>
              </a:defRPr>
            </a:lvl5pPr>
            <a:lvl6pPr>
              <a:defRPr sz="2100" b="1">
                <a:solidFill>
                  <a:srgbClr val="54D9E8"/>
                </a:solidFill>
              </a:defRPr>
            </a:lvl6pPr>
            <a:lvl7pPr>
              <a:defRPr sz="2100" b="1">
                <a:solidFill>
                  <a:srgbClr val="54D9E8"/>
                </a:solidFill>
              </a:defRPr>
            </a:lvl7pPr>
            <a:lvl8pPr>
              <a:defRPr sz="2100" b="1">
                <a:solidFill>
                  <a:srgbClr val="54D9E8"/>
                </a:solidFill>
              </a:defRPr>
            </a:lvl8pPr>
            <a:lvl9pPr>
              <a:defRPr sz="2100" b="1">
                <a:solidFill>
                  <a:srgbClr val="54D9E8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54D9E8"/>
                </a:solidFill>
              </a:defRPr>
            </a:pPr>
            <a:r>
              <a:rPr sz="2100" b="1">
                <a:solidFill>
                  <a:srgbClr val="54D9E8"/>
                </a:solidFill>
              </a:rPr>
              <a:t>Classification with clear limits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34D0AE-B094-4415-8ECE-BC16CFBEB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2897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AFBED1"/>
                </a:solidFill>
              </a:defRPr>
            </a:defPPr>
            <a:lvl1pPr>
              <a:defRPr sz="1875" b="0">
                <a:solidFill>
                  <a:srgbClr val="AFBED1"/>
                </a:solidFill>
              </a:defRPr>
            </a:lvl1pPr>
            <a:lvl2pPr>
              <a:defRPr sz="1875" b="0">
                <a:solidFill>
                  <a:srgbClr val="AFBED1"/>
                </a:solidFill>
              </a:defRPr>
            </a:lvl2pPr>
            <a:lvl3pPr>
              <a:defRPr sz="1875" b="0">
                <a:solidFill>
                  <a:srgbClr val="AFBED1"/>
                </a:solidFill>
              </a:defRPr>
            </a:lvl3pPr>
            <a:lvl4pPr>
              <a:defRPr sz="1875" b="0">
                <a:solidFill>
                  <a:srgbClr val="AFBED1"/>
                </a:solidFill>
              </a:defRPr>
            </a:lvl4pPr>
            <a:lvl5pPr>
              <a:defRPr sz="1875" b="0">
                <a:solidFill>
                  <a:srgbClr val="AFBED1"/>
                </a:solidFill>
              </a:defRPr>
            </a:lvl5pPr>
            <a:lvl6pPr>
              <a:defRPr sz="1875" b="0">
                <a:solidFill>
                  <a:srgbClr val="AFBED1"/>
                </a:solidFill>
              </a:defRPr>
            </a:lvl6pPr>
            <a:lvl7pPr>
              <a:defRPr sz="1875" b="0">
                <a:solidFill>
                  <a:srgbClr val="AFBED1"/>
                </a:solidFill>
              </a:defRPr>
            </a:lvl7pPr>
            <a:lvl8pPr>
              <a:defRPr sz="1875" b="0">
                <a:solidFill>
                  <a:srgbClr val="AFBED1"/>
                </a:solidFill>
              </a:defRPr>
            </a:lvl8pPr>
            <a:lvl9pPr>
              <a:defRPr sz="1875" b="0">
                <a:solidFill>
                  <a:srgbClr val="AFBED1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AFBED1"/>
                </a:solidFill>
              </a:defRPr>
            </a:pPr>
            <a:r>
              <a:rPr sz="1875" b="0">
                <a:solidFill>
                  <a:srgbClr val="AFBED1"/>
                </a:solidFill>
              </a:rPr>
              <a:t>State Z confirms a zombie. Adoption history requires more evidence than a PPID snapshot.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0A0A11-FC80-4EB7-A87C-1576991D2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54D9E8"/>
                </a:solidFill>
              </a:defRPr>
            </a:defPPr>
            <a:lvl1pPr>
              <a:defRPr sz="2325" b="1">
                <a:solidFill>
                  <a:srgbClr val="54D9E8"/>
                </a:solidFill>
              </a:defRPr>
            </a:lvl1pPr>
            <a:lvl2pPr>
              <a:defRPr sz="2325" b="1">
                <a:solidFill>
                  <a:srgbClr val="54D9E8"/>
                </a:solidFill>
              </a:defRPr>
            </a:lvl2pPr>
            <a:lvl3pPr>
              <a:defRPr sz="2325" b="1">
                <a:solidFill>
                  <a:srgbClr val="54D9E8"/>
                </a:solidFill>
              </a:defRPr>
            </a:lvl3pPr>
            <a:lvl4pPr>
              <a:defRPr sz="2325" b="1">
                <a:solidFill>
                  <a:srgbClr val="54D9E8"/>
                </a:solidFill>
              </a:defRPr>
            </a:lvl4pPr>
            <a:lvl5pPr>
              <a:defRPr sz="2325" b="1">
                <a:solidFill>
                  <a:srgbClr val="54D9E8"/>
                </a:solidFill>
              </a:defRPr>
            </a:lvl5pPr>
            <a:lvl6pPr>
              <a:defRPr sz="2325" b="1">
                <a:solidFill>
                  <a:srgbClr val="54D9E8"/>
                </a:solidFill>
              </a:defRPr>
            </a:lvl6pPr>
            <a:lvl7pPr>
              <a:defRPr sz="2325" b="1">
                <a:solidFill>
                  <a:srgbClr val="54D9E8"/>
                </a:solidFill>
              </a:defRPr>
            </a:lvl7pPr>
            <a:lvl8pPr>
              <a:defRPr sz="2325" b="1">
                <a:solidFill>
                  <a:srgbClr val="54D9E8"/>
                </a:solidFill>
              </a:defRPr>
            </a:lvl8pPr>
            <a:lvl9pPr>
              <a:defRPr sz="2325" b="1">
                <a:solidFill>
                  <a:srgbClr val="54D9E8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54D9E8"/>
                </a:solidFill>
              </a:defRPr>
            </a:pPr>
            <a:r>
              <a:rPr sz="2325" b="1">
                <a:solidFill>
                  <a:srgbClr val="54D9E8"/>
                </a:solidFill>
              </a:rPr>
              <a:t>Future directions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4D81E9-E2A3-4F26-9DC1-6BC6543C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AFBED1"/>
                </a:solidFill>
              </a:defRPr>
            </a:defPPr>
            <a:lvl1pPr>
              <a:defRPr sz="1950" b="0">
                <a:solidFill>
                  <a:srgbClr val="AFBED1"/>
                </a:solidFill>
              </a:defRPr>
            </a:lvl1pPr>
            <a:lvl2pPr>
              <a:defRPr sz="1950" b="0">
                <a:solidFill>
                  <a:srgbClr val="AFBED1"/>
                </a:solidFill>
              </a:defRPr>
            </a:lvl2pPr>
            <a:lvl3pPr>
              <a:defRPr sz="1950" b="0">
                <a:solidFill>
                  <a:srgbClr val="AFBED1"/>
                </a:solidFill>
              </a:defRPr>
            </a:lvl3pPr>
            <a:lvl4pPr>
              <a:defRPr sz="1950" b="0">
                <a:solidFill>
                  <a:srgbClr val="AFBED1"/>
                </a:solidFill>
              </a:defRPr>
            </a:lvl4pPr>
            <a:lvl5pPr>
              <a:defRPr sz="1950" b="0">
                <a:solidFill>
                  <a:srgbClr val="AFBED1"/>
                </a:solidFill>
              </a:defRPr>
            </a:lvl5pPr>
            <a:lvl6pPr>
              <a:defRPr sz="1950" b="0">
                <a:solidFill>
                  <a:srgbClr val="AFBED1"/>
                </a:solidFill>
              </a:defRPr>
            </a:lvl6pPr>
            <a:lvl7pPr>
              <a:defRPr sz="1950" b="0">
                <a:solidFill>
                  <a:srgbClr val="AFBED1"/>
                </a:solidFill>
              </a:defRPr>
            </a:lvl7pPr>
            <a:lvl8pPr>
              <a:defRPr sz="1950" b="0">
                <a:solidFill>
                  <a:srgbClr val="AFBED1"/>
                </a:solidFill>
              </a:defRPr>
            </a:lvl8pPr>
            <a:lvl9pPr>
              <a:defRPr sz="1950" b="0">
                <a:solidFill>
                  <a:srgbClr val="AFBED1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AFBED1"/>
                </a:solidFill>
              </a:defRPr>
            </a:pPr>
            <a:r>
              <a:rPr sz="1950" b="0">
                <a:solidFill>
                  <a:srgbClr val="AFBED1"/>
                </a:solidFill>
              </a:rPr>
              <a:t>Kernel event streaming using eBPF tracepoints</a:t>
            </a:r>
          </a:p>
          <a:p xmlns:a="http://schemas.openxmlformats.org/drawingml/2006/main">
            <a:pPr>
              <a:defRPr sz="1950" b="0">
                <a:solidFill>
                  <a:srgbClr val="AFBED1"/>
                </a:solidFill>
              </a:defRPr>
            </a:pPr>
            <a:r>
              <a:rPr sz="1950" b="0">
                <a:solidFill>
                  <a:srgbClr val="AFBED1"/>
                </a:solidFill>
              </a:rPr>
              <a:t>Interactive SVG process hierarchy</a:t>
            </a:r>
          </a:p>
          <a:p xmlns:a="http://schemas.openxmlformats.org/drawingml/2006/main">
            <a:pPr>
              <a:defRPr sz="1950" b="0">
                <a:solidFill>
                  <a:srgbClr val="AFBED1"/>
                </a:solidFill>
              </a:defRPr>
            </a:pPr>
            <a:r>
              <a:rPr sz="1950" b="0">
                <a:solidFill>
                  <a:srgbClr val="AFBED1"/>
                </a:solidFill>
              </a:rPr>
              <a:t>FreeBSD and macOS support through platform-specific process APIs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F09820-2ED5-482F-88B2-EA821C38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EDF3FA"/>
                </a:solidFill>
              </a:defRPr>
            </a:defPPr>
            <a:lvl1pPr>
              <a:defRPr sz="2325" b="1">
                <a:solidFill>
                  <a:srgbClr val="EDF3FA"/>
                </a:solidFill>
              </a:defRPr>
            </a:lvl1pPr>
            <a:lvl2pPr>
              <a:defRPr sz="2325" b="1">
                <a:solidFill>
                  <a:srgbClr val="EDF3FA"/>
                </a:solidFill>
              </a:defRPr>
            </a:lvl2pPr>
            <a:lvl3pPr>
              <a:defRPr sz="2325" b="1">
                <a:solidFill>
                  <a:srgbClr val="EDF3FA"/>
                </a:solidFill>
              </a:defRPr>
            </a:lvl3pPr>
            <a:lvl4pPr>
              <a:defRPr sz="2325" b="1">
                <a:solidFill>
                  <a:srgbClr val="EDF3FA"/>
                </a:solidFill>
              </a:defRPr>
            </a:lvl4pPr>
            <a:lvl5pPr>
              <a:defRPr sz="2325" b="1">
                <a:solidFill>
                  <a:srgbClr val="EDF3FA"/>
                </a:solidFill>
              </a:defRPr>
            </a:lvl5pPr>
            <a:lvl6pPr>
              <a:defRPr sz="2325" b="1">
                <a:solidFill>
                  <a:srgbClr val="EDF3FA"/>
                </a:solidFill>
              </a:defRPr>
            </a:lvl6pPr>
            <a:lvl7pPr>
              <a:defRPr sz="2325" b="1">
                <a:solidFill>
                  <a:srgbClr val="EDF3FA"/>
                </a:solidFill>
              </a:defRPr>
            </a:lvl7pPr>
            <a:lvl8pPr>
              <a:defRPr sz="2325" b="1">
                <a:solidFill>
                  <a:srgbClr val="EDF3FA"/>
                </a:solidFill>
              </a:defRPr>
            </a:lvl8pPr>
            <a:lvl9pPr>
              <a:defRPr sz="2325" b="1">
                <a:solidFill>
                  <a:srgbClr val="EDF3FA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EDF3FA"/>
                </a:solidFill>
              </a:defRPr>
            </a:pPr>
            <a:r>
              <a:rPr sz="2325" b="1">
                <a:solidFill>
                  <a:srgbClr val="EDF3FA"/>
                </a:solidFill>
              </a:rPr>
              <a:t>Thank you. Questions?</a:t>
            </a:r>
          </a:p>
        </p:txBody>
      </p:sp>
    </p:spTree>
    <p:extLst>
      <p:ext uri="{BB962C8B-B14F-4D97-AF65-F5344CB8AC3E}">
        <p14:creationId xmlns:p14="http://schemas.microsoft.com/office/powerpoint/2010/main" val="21028846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2026-10-17T05:29:13.0520000Z</dcterms:created>
  <dcterms:modified xsi:type="dcterms:W3CDTF">2026-10-17T05:29:13.0520000Z</dcterms:modified>
</coreProperties>
</file>